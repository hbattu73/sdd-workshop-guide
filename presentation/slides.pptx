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notesMasterIdLst>
    <p:notesMasterId r:id="rId50"/>
  </p:notesMasterIdLst>
  <p:sldIdLst>
    <p:sldId id="301" r:id="rId2"/>
    <p:sldId id="302" r:id="rId3"/>
    <p:sldId id="311" r:id="rId4"/>
    <p:sldId id="304" r:id="rId5"/>
    <p:sldId id="307" r:id="rId6"/>
    <p:sldId id="308" r:id="rId7"/>
    <p:sldId id="309" r:id="rId8"/>
    <p:sldId id="329" r:id="rId9"/>
    <p:sldId id="312" r:id="rId10"/>
    <p:sldId id="319" r:id="rId11"/>
    <p:sldId id="325" r:id="rId12"/>
    <p:sldId id="326" r:id="rId13"/>
    <p:sldId id="333" r:id="rId14"/>
    <p:sldId id="334" r:id="rId15"/>
    <p:sldId id="335" r:id="rId16"/>
    <p:sldId id="332" r:id="rId17"/>
    <p:sldId id="314" r:id="rId18"/>
    <p:sldId id="315" r:id="rId19"/>
    <p:sldId id="317" r:id="rId20"/>
    <p:sldId id="341" r:id="rId21"/>
    <p:sldId id="343" r:id="rId22"/>
    <p:sldId id="344" r:id="rId23"/>
    <p:sldId id="345" r:id="rId24"/>
    <p:sldId id="346" r:id="rId25"/>
    <p:sldId id="347" r:id="rId26"/>
    <p:sldId id="348" r:id="rId27"/>
    <p:sldId id="340" r:id="rId28"/>
    <p:sldId id="366" r:id="rId29"/>
    <p:sldId id="349" r:id="rId30"/>
    <p:sldId id="350" r:id="rId31"/>
    <p:sldId id="337" r:id="rId32"/>
    <p:sldId id="351" r:id="rId33"/>
    <p:sldId id="352" r:id="rId34"/>
    <p:sldId id="353" r:id="rId35"/>
    <p:sldId id="354" r:id="rId36"/>
    <p:sldId id="338" r:id="rId37"/>
    <p:sldId id="357" r:id="rId38"/>
    <p:sldId id="367" r:id="rId39"/>
    <p:sldId id="356" r:id="rId40"/>
    <p:sldId id="355" r:id="rId41"/>
    <p:sldId id="358" r:id="rId42"/>
    <p:sldId id="359" r:id="rId43"/>
    <p:sldId id="364" r:id="rId44"/>
    <p:sldId id="360" r:id="rId45"/>
    <p:sldId id="361" r:id="rId46"/>
    <p:sldId id="362" r:id="rId47"/>
    <p:sldId id="363" r:id="rId48"/>
    <p:sldId id="305" r:id="rId4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56EFF"/>
    <a:srgbClr val="8E6CFF"/>
    <a:srgbClr val="6B69FF"/>
    <a:srgbClr val="2664FE"/>
    <a:srgbClr val="0F62F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04F6FD-241B-624A-8D40-1CF60160AC58}" v="30" dt="2026-09-29T05:22:43.5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487"/>
    <p:restoredTop sz="69092"/>
  </p:normalViewPr>
  <p:slideViewPr>
    <p:cSldViewPr snapToGrid="0">
      <p:cViewPr varScale="1">
        <p:scale>
          <a:sx n="109" d="100"/>
          <a:sy n="109" d="100"/>
        </p:scale>
        <p:origin x="118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DE5A250-DFBE-E149-B6BD-85758CA38BCE}" type="datetimeFigureOut">
              <a:rPr lang="en-US" smtClean="0"/>
              <a:t>9/29/2026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FBA0CA4-DCD3-BC41-93FC-1B18DBEF5D82}" type="slidenum">
              <a:rPr lang="en-US" smtClean="0"/>
              <a:t>‹#›</a:t>
            </a:fld>
            <a:endParaRPr lang="en-US"/>
          </a:p>
        </p:txBody>
      </p:sp>
    </p:spTree>
    <p:extLst>
      <p:ext uri="{BB962C8B-B14F-4D97-AF65-F5344CB8AC3E}">
        <p14:creationId xmlns:p14="http://schemas.microsoft.com/office/powerpoint/2010/main" val="3952865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[Introduce yourselves]</a:t>
            </a:r>
          </a:p>
          <a:p>
            <a:r>
              <a:rPr lang="en-US" dirty="0"/>
              <a:t>The goal today is to get you all some hands-on experience seeing how Agentic Engineering works and what it can do for you and your teams. The goal is for you all to see how using an agentic coding assistant can fit into your work style and increase your productivity without sacrificing things like ownership and accountability.</a:t>
            </a:r>
          </a:p>
          <a:p>
            <a:r>
              <a:rPr lang="en-US" dirty="0"/>
              <a:t>“””</a:t>
            </a:r>
          </a:p>
          <a:p>
            <a:endParaRPr lang="en-US" dirty="0"/>
          </a:p>
        </p:txBody>
      </p:sp>
      <p:sp>
        <p:nvSpPr>
          <p:cNvPr id="4" name="Slide Number Placeholder 3"/>
          <p:cNvSpPr>
            <a:spLocks noGrp="1"/>
          </p:cNvSpPr>
          <p:nvPr>
            <p:ph type="sldNum" sz="quarter" idx="5"/>
          </p:nvPr>
        </p:nvSpPr>
        <p:spPr/>
        <p:txBody>
          <a:bodyPr/>
          <a:lstStyle/>
          <a:p>
            <a:fld id="{4FBA0CA4-DCD3-BC41-93FC-1B18DBEF5D82}" type="slidenum">
              <a:rPr lang="en-US" smtClean="0"/>
              <a:t>1</a:t>
            </a:fld>
            <a:endParaRPr lang="en-US"/>
          </a:p>
        </p:txBody>
      </p:sp>
    </p:spTree>
    <p:extLst>
      <p:ext uri="{BB962C8B-B14F-4D97-AF65-F5344CB8AC3E}">
        <p14:creationId xmlns:p14="http://schemas.microsoft.com/office/powerpoint/2010/main" val="1129501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Despite everything, it’s still you.</a:t>
            </a:r>
          </a:p>
          <a:p>
            <a:endParaRPr lang="en-US" dirty="0"/>
          </a:p>
          <a:p>
            <a:r>
              <a:rPr lang="en-US" dirty="0"/>
              <a:t>“””</a:t>
            </a:r>
          </a:p>
          <a:p>
            <a:r>
              <a:rPr lang="en-US" dirty="0"/>
              <a:t>Agentic engineering can significantly boost your coding output and productivity if you do it right. The ‘if’ is the hard part.</a:t>
            </a:r>
          </a:p>
          <a:p>
            <a:endParaRPr lang="en-US" dirty="0"/>
          </a:p>
          <a:p>
            <a:r>
              <a:rPr lang="en-US" dirty="0"/>
              <a:t>At the end of the day, you own your code. Agentic engineering can accelerate your workflow, but there are best practices that you can employ to ensure you remain in control and get the best results possible; that means more [potential customization point here: some benefits applicable for their use case. Could be customer satisfaction, improved features, etc.], but also thorough validation and planning that allow your [product?] to scale long-term. We will be using IBM Bob to show you some examples of how effective agentic engineering works in action; from there, you can start to envision how you can customize your usage to fit into your needs.</a:t>
            </a:r>
          </a:p>
          <a:p>
            <a:r>
              <a:rPr lang="en-US" dirty="0"/>
              <a:t>“””</a:t>
            </a:r>
          </a:p>
          <a:p>
            <a:endParaRPr lang="en-US" dirty="0"/>
          </a:p>
        </p:txBody>
      </p:sp>
      <p:sp>
        <p:nvSpPr>
          <p:cNvPr id="4" name="Slide Number Placeholder 3"/>
          <p:cNvSpPr>
            <a:spLocks noGrp="1"/>
          </p:cNvSpPr>
          <p:nvPr>
            <p:ph type="sldNum" sz="quarter" idx="5"/>
          </p:nvPr>
        </p:nvSpPr>
        <p:spPr/>
        <p:txBody>
          <a:bodyPr/>
          <a:lstStyle/>
          <a:p>
            <a:fld id="{4FBA0CA4-DCD3-BC41-93FC-1B18DBEF5D82}" type="slidenum">
              <a:rPr lang="en-US" smtClean="0"/>
              <a:t>2</a:t>
            </a:fld>
            <a:endParaRPr lang="en-US"/>
          </a:p>
        </p:txBody>
      </p:sp>
    </p:spTree>
    <p:extLst>
      <p:ext uri="{BB962C8B-B14F-4D97-AF65-F5344CB8AC3E}">
        <p14:creationId xmlns:p14="http://schemas.microsoft.com/office/powerpoint/2010/main" val="25499979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You own your code, yes. But you need to own your workflow, too. The temptation with AI is to let it take over, perhaps more than you even realize. In order to maintain ownership of your code, your product, your design, you need to own your process as well. You need to own your workflow, AI or not.</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3</a:t>
            </a:fld>
            <a:endParaRPr lang="en-US"/>
          </a:p>
        </p:txBody>
      </p:sp>
    </p:spTree>
    <p:extLst>
      <p:ext uri="{BB962C8B-B14F-4D97-AF65-F5344CB8AC3E}">
        <p14:creationId xmlns:p14="http://schemas.microsoft.com/office/powerpoint/2010/main" val="39427735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We’ve broken the agentic engineering process into four or five phases, depending on your familiarity with the tools. [If doing module 0: “First, we’ll start with Module 0: Get to Know Your Agentic Tool. We’ll be going through the basics of using an AI coding assistant; in our case, Bob. This will go through the capabilities Bob has and how to use them, and will set you up for the rest of the workshop. From there we have …”] </a:t>
            </a:r>
          </a:p>
          <a:p>
            <a:endParaRPr lang="en-US" dirty="0"/>
          </a:p>
          <a:p>
            <a:r>
              <a:rPr lang="en-US" dirty="0"/>
              <a:t>[If skipping module 0: “We’ll go ahead and start with…”] Module 1, which will be requirements gathering. This means understanding what problem you’re trying to fix and translating that into something actionable. In this process, you should always have verification and validation in mind as an end goal; it’s important to frontload some of that work, so you’re not playing catchup later.</a:t>
            </a:r>
          </a:p>
          <a:p>
            <a:endParaRPr lang="en-US" dirty="0"/>
          </a:p>
          <a:p>
            <a:r>
              <a:rPr lang="en-US" dirty="0"/>
              <a:t>After we’ve gathered our requirements and selected some testable design criteria, it’s time for Module 2: Spec Creation. This is where you develop structure. The goal here is to turn those engineering inputs we gathered as requirements into clear instructions for the agent to follow. Taking what’s in your head, organizing it, and putting that on paper, so to speak, is the key here. We’ll talk about ways to do that when we get there.</a:t>
            </a:r>
          </a:p>
          <a:p>
            <a:endParaRPr lang="en-US" dirty="0"/>
          </a:p>
          <a:p>
            <a:r>
              <a:rPr lang="en-US" dirty="0"/>
              <a:t>After you have your spec, you can proceed to Module 3: Implementation. The actual implementing part is perhaps the simplest part of this step; it’s about letting the agent execute the theory you’ve developed in the spec. The real challenge is balancing how much supervision the agent needs and knowing when to stop, pause, and reevaluate.</a:t>
            </a:r>
          </a:p>
          <a:p>
            <a:endParaRPr lang="en-US" dirty="0"/>
          </a:p>
          <a:p>
            <a:r>
              <a:rPr lang="en-US" dirty="0"/>
              <a:t>Finally, you have Module 4: Verification. This is likely where most developers struggle; we want to avoid the agentic coding “wall”, where you build an insurmountable pile of code that no one can or will ever parse through. Hopefully, though, with the skills you learn today, we can avoid that and instead have a clear vision of what needs to be done to get your code through its final stages of review.</a:t>
            </a:r>
          </a:p>
          <a:p>
            <a:r>
              <a:rPr lang="en-US" dirty="0"/>
              <a:t>“””</a:t>
            </a:r>
          </a:p>
          <a:p>
            <a:endParaRPr lang="en-US" dirty="0"/>
          </a:p>
          <a:p>
            <a:endParaRPr lang="en-US" dirty="0"/>
          </a:p>
        </p:txBody>
      </p:sp>
      <p:sp>
        <p:nvSpPr>
          <p:cNvPr id="4" name="Slide Number Placeholder 3"/>
          <p:cNvSpPr>
            <a:spLocks noGrp="1"/>
          </p:cNvSpPr>
          <p:nvPr>
            <p:ph type="sldNum" sz="quarter" idx="5"/>
          </p:nvPr>
        </p:nvSpPr>
        <p:spPr/>
        <p:txBody>
          <a:bodyPr/>
          <a:lstStyle/>
          <a:p>
            <a:fld id="{4FBA0CA4-DCD3-BC41-93FC-1B18DBEF5D82}" type="slidenum">
              <a:rPr lang="en-US" smtClean="0"/>
              <a:t>4</a:t>
            </a:fld>
            <a:endParaRPr lang="en-US"/>
          </a:p>
        </p:txBody>
      </p:sp>
    </p:spTree>
    <p:extLst>
      <p:ext uri="{BB962C8B-B14F-4D97-AF65-F5344CB8AC3E}">
        <p14:creationId xmlns:p14="http://schemas.microsoft.com/office/powerpoint/2010/main" val="7745323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Level‑set on agentic coding tools so later modules focus on engineering practices, not UI mechanics</a:t>
            </a:r>
            <a:r>
              <a:rPr lang="en-US" dirty="0">
                <a:effectLst/>
              </a:rPr>
              <a:t> </a:t>
            </a:r>
            <a:endParaRPr lang="en-US" dirty="0"/>
          </a:p>
          <a:p>
            <a:endParaRPr lang="en-US" dirty="0"/>
          </a:p>
          <a:p>
            <a:r>
              <a:rPr lang="en-US" dirty="0"/>
              <a:t>“So let’s take a look at our main tool today: Bob. Bob is your AI powered development partner. Bob will work with you every step of the way; from gathering requirements, creating a spec, implementation, and verification. It’s important to realize Bob isn’t replacing you and your thought process; it’s instead assisting you in enacting your ideas, so that you can focus on creation rather than semantics.”</a:t>
            </a:r>
          </a:p>
        </p:txBody>
      </p:sp>
      <p:sp>
        <p:nvSpPr>
          <p:cNvPr id="4" name="Slide Number Placeholder 3"/>
          <p:cNvSpPr>
            <a:spLocks noGrp="1"/>
          </p:cNvSpPr>
          <p:nvPr>
            <p:ph type="sldNum" sz="quarter" idx="5"/>
          </p:nvPr>
        </p:nvSpPr>
        <p:spPr/>
        <p:txBody>
          <a:bodyPr/>
          <a:lstStyle/>
          <a:p>
            <a:fld id="{4FBA0CA4-DCD3-BC41-93FC-1B18DBEF5D82}" type="slidenum">
              <a:rPr lang="en-US" smtClean="0"/>
              <a:t>5</a:t>
            </a:fld>
            <a:endParaRPr lang="en-US"/>
          </a:p>
        </p:txBody>
      </p:sp>
    </p:spTree>
    <p:extLst>
      <p:ext uri="{BB962C8B-B14F-4D97-AF65-F5344CB8AC3E}">
        <p14:creationId xmlns:p14="http://schemas.microsoft.com/office/powerpoint/2010/main" val="24569580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Capabilities shotgun--make sure you only highlight what's in scope</a:t>
            </a:r>
          </a:p>
          <a:p>
            <a:r>
              <a:rPr lang="en-US" dirty="0"/>
              <a:t>"Here's everything it can do, we're going to be using </a:t>
            </a:r>
            <a:r>
              <a:rPr lang="en-US" dirty="0" err="1"/>
              <a:t>xyz</a:t>
            </a:r>
            <a:r>
              <a:rPr lang="en-US" dirty="0"/>
              <a:t>"</a:t>
            </a:r>
          </a:p>
          <a:p>
            <a:endParaRPr lang="en-US" dirty="0"/>
          </a:p>
          <a:p>
            <a:r>
              <a:rPr lang="en-US" dirty="0"/>
              <a:t>Notes:</a:t>
            </a:r>
          </a:p>
          <a:p>
            <a:r>
              <a:rPr lang="en-US" dirty="0"/>
              <a:t>Memory is interesting and important but not relevant to Module 0—you don’t have to understand agentic memory to use an agent</a:t>
            </a:r>
          </a:p>
          <a:p>
            <a:r>
              <a:rPr lang="en-US" dirty="0"/>
              <a:t>Memory within a session is basically context, which is more relevant to them</a:t>
            </a:r>
          </a:p>
          <a:p>
            <a:r>
              <a:rPr lang="en-US" dirty="0"/>
              <a:t>Don’t really want to mention stuff that people won’t use—club MCP and permissions? Separate section for skills?</a:t>
            </a:r>
          </a:p>
          <a:p>
            <a:r>
              <a:rPr lang="en-US" dirty="0"/>
              <a:t>Execution environment—directory structure access? Shell? How do you add a second directory to a Bob section? Maybe mention some of these capabilities but not just </a:t>
            </a:r>
          </a:p>
          <a:p>
            <a:r>
              <a:rPr lang="en-US" dirty="0"/>
              <a:t>Use the IDE in a VM, but show the shell</a:t>
            </a:r>
          </a:p>
          <a:p>
            <a:r>
              <a:rPr lang="en-US" dirty="0" err="1"/>
              <a:t>Permissioning</a:t>
            </a:r>
            <a:r>
              <a:rPr lang="en-US" dirty="0"/>
              <a:t>—</a:t>
            </a:r>
            <a:r>
              <a:rPr lang="en-US" dirty="0" err="1"/>
              <a:t>autoaccept</a:t>
            </a:r>
            <a:r>
              <a:rPr lang="en-US" dirty="0"/>
              <a:t> for tools</a:t>
            </a:r>
          </a:p>
        </p:txBody>
      </p:sp>
      <p:sp>
        <p:nvSpPr>
          <p:cNvPr id="4" name="Slide Number Placeholder 3"/>
          <p:cNvSpPr>
            <a:spLocks noGrp="1"/>
          </p:cNvSpPr>
          <p:nvPr>
            <p:ph type="sldNum" sz="quarter" idx="5"/>
          </p:nvPr>
        </p:nvSpPr>
        <p:spPr/>
        <p:txBody>
          <a:bodyPr/>
          <a:lstStyle/>
          <a:p>
            <a:fld id="{4FBA0CA4-DCD3-BC41-93FC-1B18DBEF5D82}" type="slidenum">
              <a:rPr lang="en-US" smtClean="0"/>
              <a:t>6</a:t>
            </a:fld>
            <a:endParaRPr lang="en-US"/>
          </a:p>
        </p:txBody>
      </p:sp>
    </p:spTree>
    <p:extLst>
      <p:ext uri="{BB962C8B-B14F-4D97-AF65-F5344CB8AC3E}">
        <p14:creationId xmlns:p14="http://schemas.microsoft.com/office/powerpoint/2010/main" val="12895857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dirty="0"/>
              <a:t>Bob </a:t>
            </a:r>
            <a:r>
              <a:rPr lang="en-US" b="1" dirty="0"/>
              <a:t>modes</a:t>
            </a:r>
            <a:r>
              <a:rPr lang="en-US" dirty="0"/>
              <a:t> </a:t>
            </a:r>
          </a:p>
          <a:p>
            <a:pPr lvl="0"/>
            <a:r>
              <a:rPr lang="en-US" sz="3600" dirty="0"/>
              <a:t>What are modes?</a:t>
            </a:r>
          </a:p>
          <a:p>
            <a:pPr lvl="0"/>
            <a:r>
              <a:rPr lang="en-US" sz="3600" dirty="0"/>
              <a:t>How prompts change</a:t>
            </a:r>
          </a:p>
          <a:p>
            <a:pPr lvl="0"/>
            <a:r>
              <a:rPr lang="en-US" sz="3600" dirty="0"/>
              <a:t>How tools available to agent change</a:t>
            </a:r>
          </a:p>
          <a:p>
            <a:pPr lvl="0"/>
            <a:endParaRPr lang="en-US" sz="3600" dirty="0"/>
          </a:p>
          <a:p>
            <a:pPr lvl="0"/>
            <a:r>
              <a:rPr lang="en-US" sz="3600" dirty="0"/>
              <a:t>Many people who use Claude code never switch out of Code mode</a:t>
            </a:r>
          </a:p>
          <a:p>
            <a:pPr lvl="0"/>
            <a:endParaRPr lang="en-US" sz="3600" dirty="0"/>
          </a:p>
          <a:p>
            <a:pPr lvl="0"/>
            <a:r>
              <a:rPr lang="en-US" sz="3600"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3600" dirty="0"/>
              <a:t>Bob has a couple different modes you can use. A mode changes the system prompt. It changes Bob’s interpretation of your query. Changing your mode in Bob changes what tools are available--you might have heard this before as a different agent in other agentic coding tools. It allows you to narrow the scope of what Bob will respond with; for example, if you’re only in Ask mode, Bob won’t jump ahead and start writing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3600" dirty="0"/>
          </a:p>
          <a:p>
            <a:pPr lvl="0"/>
            <a:r>
              <a:rPr lang="en-US" sz="3600" dirty="0"/>
              <a:t>These are the modes available to you in the current version of Bob: Agent, Plan, and Ask You can select these modes in the Bob IDE at the bottom of the chat box. </a:t>
            </a:r>
          </a:p>
          <a:p>
            <a:pPr lvl="0"/>
            <a:endParaRPr lang="en-US" sz="3600" dirty="0"/>
          </a:p>
          <a:p>
            <a:pPr lvl="0"/>
            <a:r>
              <a:rPr lang="en-US" sz="3600" dirty="0"/>
              <a:t>To quickly run through them and their purposes: we’re going to skip ahead to Plan mode, which allows you to plan how you want a task to be completed, so analyzing requirements and creating implementation steps that you can workshop before it executes. In Ask mode, you can ask Bob questions, about your codebase or otherwise, and get explanations from there. This is especially helpful in learning about a project or part of a project before making changes. Going back, Agent is the primary mode that I use, and that you will likely use as well once you get started with a project. Agent mode allows you to write and modify code and generate different files. It’s what we’ll be using to generate our spec as well as execute the implementation.</a:t>
            </a:r>
          </a:p>
          <a:p>
            <a:pPr lvl="0"/>
            <a:r>
              <a:rPr lang="en-US" sz="3600" dirty="0"/>
              <a:t>“””</a:t>
            </a:r>
          </a:p>
          <a:p>
            <a:pPr lvl="0"/>
            <a:endParaRPr lang="en-US" sz="3600" dirty="0"/>
          </a:p>
          <a:p>
            <a:pPr lvl="0"/>
            <a:r>
              <a:rPr lang="en-US" sz="3600" dirty="0"/>
              <a:t>revisit later: custom modes, mode marketplace, code review, security modes</a:t>
            </a:r>
            <a:endParaRPr lang="en-US" dirty="0"/>
          </a:p>
        </p:txBody>
      </p:sp>
      <p:sp>
        <p:nvSpPr>
          <p:cNvPr id="4" name="Slide Number Placeholder 3"/>
          <p:cNvSpPr>
            <a:spLocks noGrp="1"/>
          </p:cNvSpPr>
          <p:nvPr>
            <p:ph type="sldNum" sz="quarter" idx="5"/>
          </p:nvPr>
        </p:nvSpPr>
        <p:spPr/>
        <p:txBody>
          <a:bodyPr/>
          <a:lstStyle/>
          <a:p>
            <a:fld id="{4FBA0CA4-DCD3-BC41-93FC-1B18DBEF5D82}" type="slidenum">
              <a:rPr lang="en-US" smtClean="0"/>
              <a:t>7</a:t>
            </a:fld>
            <a:endParaRPr lang="en-US"/>
          </a:p>
        </p:txBody>
      </p:sp>
    </p:spTree>
    <p:extLst>
      <p:ext uri="{BB962C8B-B14F-4D97-AF65-F5344CB8AC3E}">
        <p14:creationId xmlns:p14="http://schemas.microsoft.com/office/powerpoint/2010/main" val="5036227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this module, you’ll be exploring Bob and learning how to navigate the interface and prompt effectively. We’ll use a small example to show </a:t>
            </a:r>
          </a:p>
        </p:txBody>
      </p:sp>
      <p:sp>
        <p:nvSpPr>
          <p:cNvPr id="4" name="Slide Number Placeholder 3"/>
          <p:cNvSpPr>
            <a:spLocks noGrp="1"/>
          </p:cNvSpPr>
          <p:nvPr>
            <p:ph type="sldNum" sz="quarter" idx="5"/>
          </p:nvPr>
        </p:nvSpPr>
        <p:spPr/>
        <p:txBody>
          <a:bodyPr/>
          <a:lstStyle/>
          <a:p>
            <a:fld id="{4FBA0CA4-DCD3-BC41-93FC-1B18DBEF5D82}" type="slidenum">
              <a:rPr lang="en-US" smtClean="0"/>
              <a:t>8</a:t>
            </a:fld>
            <a:endParaRPr lang="en-US"/>
          </a:p>
        </p:txBody>
      </p:sp>
    </p:spTree>
    <p:extLst>
      <p:ext uri="{BB962C8B-B14F-4D97-AF65-F5344CB8AC3E}">
        <p14:creationId xmlns:p14="http://schemas.microsoft.com/office/powerpoint/2010/main" val="27071169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this intro can be shorter or longer, depending on how much experience people have with working with coding agents vs. AI in general vs. vibe coding etc. </a:t>
            </a:r>
          </a:p>
          <a:p>
            <a:r>
              <a:rPr lang="en-US" dirty="0"/>
              <a:t>Might be a good idea to get a show of hands?</a:t>
            </a:r>
          </a:p>
          <a:p>
            <a:r>
              <a:rPr lang="en-US" dirty="0"/>
              <a:t>“””</a:t>
            </a:r>
          </a:p>
          <a:p>
            <a:r>
              <a:rPr lang="en-US" dirty="0"/>
              <a:t>[If you just completed module 0: Now let’s shift back to agentic engineering in practice.] We’re going to be walking through best practices. The main method we’re going to follow for successful Agentic Engineering is Spec Driven Development.</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9</a:t>
            </a:fld>
            <a:endParaRPr lang="en-US"/>
          </a:p>
        </p:txBody>
      </p:sp>
    </p:spTree>
    <p:extLst>
      <p:ext uri="{BB962C8B-B14F-4D97-AF65-F5344CB8AC3E}">
        <p14:creationId xmlns:p14="http://schemas.microsoft.com/office/powerpoint/2010/main" val="28150474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Let’s talk about how AI has changed the software development experience. This is how coding generally used to be. Plan, Build, and Review. Because the process was quite long, and scaled with the size and complexity of the problem you wished to solve, there was ample opportunity to </a:t>
            </a:r>
            <a:r>
              <a:rPr lang="en-US" i="0" dirty="0"/>
              <a:t>question initial assumptions, realize where you need more information on what the feature/fix should do, identify initial gaps in code logic, figure out an exhaustive list of scenarios that need to be covered, build integrations one-by-one with other systems that your code needs to interact with—essentially, lots and lots of opportunity to check your process. The code was constantly being tested as you go. You wrote every line of code, so you supervised every input/assumption/direction the code took on, before, during, and after the actual coding took place. Stages were relatively balanced.</a:t>
            </a:r>
          </a:p>
          <a:p>
            <a:r>
              <a:rPr lang="en-US" i="0"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10</a:t>
            </a:fld>
            <a:endParaRPr lang="en-US"/>
          </a:p>
        </p:txBody>
      </p:sp>
    </p:spTree>
    <p:extLst>
      <p:ext uri="{BB962C8B-B14F-4D97-AF65-F5344CB8AC3E}">
        <p14:creationId xmlns:p14="http://schemas.microsoft.com/office/powerpoint/2010/main" val="342660426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Suddenly, when AI tools became available, the potential for rapid output skyrocketed. The build phase of this process shrunk dramatically. Writing code became very cheap, time wise. We almost stopped caring as much about what we were writing, since writing it became so fast. As a result…</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11</a:t>
            </a:fld>
            <a:endParaRPr lang="en-US"/>
          </a:p>
        </p:txBody>
      </p:sp>
    </p:spTree>
    <p:extLst>
      <p:ext uri="{BB962C8B-B14F-4D97-AF65-F5344CB8AC3E}">
        <p14:creationId xmlns:p14="http://schemas.microsoft.com/office/powerpoint/2010/main" val="11397749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…our plan phase shrunk too. At first, this sounds like a great time savings. Everything is faster, easier, cheaper than ever. Until you realize…</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12</a:t>
            </a:fld>
            <a:endParaRPr lang="en-US"/>
          </a:p>
        </p:txBody>
      </p:sp>
    </p:spTree>
    <p:extLst>
      <p:ext uri="{BB962C8B-B14F-4D97-AF65-F5344CB8AC3E}">
        <p14:creationId xmlns:p14="http://schemas.microsoft.com/office/powerpoint/2010/main" val="2740431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…without sufficient planning, your review phase drags on forever as you attempt to comb through a mountain of aimless, unstructured code. </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13</a:t>
            </a:fld>
            <a:endParaRPr lang="en-US"/>
          </a:p>
        </p:txBody>
      </p:sp>
    </p:spTree>
    <p:extLst>
      <p:ext uri="{BB962C8B-B14F-4D97-AF65-F5344CB8AC3E}">
        <p14:creationId xmlns:p14="http://schemas.microsoft.com/office/powerpoint/2010/main" val="7012659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what we call The Wall. You make no meaningful progress, and you end up frustrated and burnt from the experience.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 here comes the issue. How can we make use of AI tools and AI coding agents without facing the Wall? How can we get those gains in the plan and build phases of the job without wildly expanding the amount of time we spend reviewing [bad] code?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14</a:t>
            </a:fld>
            <a:endParaRPr lang="en-US"/>
          </a:p>
        </p:txBody>
      </p:sp>
    </p:spTree>
    <p:extLst>
      <p:ext uri="{BB962C8B-B14F-4D97-AF65-F5344CB8AC3E}">
        <p14:creationId xmlns:p14="http://schemas.microsoft.com/office/powerpoint/2010/main" val="25178487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We need to put our efforts where the true bottleneck of software engineering has always been. Alignment. Your team, your coding agent, and you all need to be on the same page, throughout every step of the process.</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15</a:t>
            </a:fld>
            <a:endParaRPr lang="en-US"/>
          </a:p>
        </p:txBody>
      </p:sp>
    </p:spTree>
    <p:extLst>
      <p:ext uri="{BB962C8B-B14F-4D97-AF65-F5344CB8AC3E}">
        <p14:creationId xmlns:p14="http://schemas.microsoft.com/office/powerpoint/2010/main" val="23571581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567B8A-CD36-285A-22C4-2D95E31D227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77323E-855D-2B07-08AC-EB9C7F0F35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1FCA3-D294-2729-DD04-C89CC63120A8}"/>
              </a:ext>
            </a:extLst>
          </p:cNvPr>
          <p:cNvSpPr>
            <a:spLocks noGrp="1"/>
          </p:cNvSpPr>
          <p:nvPr>
            <p:ph type="body" idx="1"/>
          </p:nvPr>
        </p:nvSpPr>
        <p:spPr/>
        <p:txBody>
          <a:bodyPr/>
          <a:lstStyle/>
          <a:p>
            <a:r>
              <a:rPr lang="en-US" dirty="0"/>
              <a:t>“””</a:t>
            </a:r>
          </a:p>
          <a:p>
            <a:r>
              <a:rPr lang="en-US" dirty="0"/>
              <a:t>Here are the three vectors we want to optimize for. Project trust, human ownership, and agent autonomy. When you allow your agent to make all the decisions for you, your agent autonomy is great, and it feels like it’s getting all the work done by itself. But you lose project trust and human ownership completely. You don’t control your project, and you have no knowledge of how credible your code quality may be.</a:t>
            </a:r>
          </a:p>
          <a:p>
            <a:endParaRPr lang="en-US" dirty="0"/>
          </a:p>
          <a:p>
            <a:r>
              <a:rPr lang="en-US" dirty="0"/>
              <a:t>This is where we get into the main framework of this workshop: Spec Driven Development.</a:t>
            </a:r>
          </a:p>
          <a:p>
            <a:r>
              <a:rPr lang="en-US" dirty="0"/>
              <a:t>“””</a:t>
            </a:r>
          </a:p>
        </p:txBody>
      </p:sp>
      <p:sp>
        <p:nvSpPr>
          <p:cNvPr id="4" name="Slide Number Placeholder 3">
            <a:extLst>
              <a:ext uri="{FF2B5EF4-FFF2-40B4-BE49-F238E27FC236}">
                <a16:creationId xmlns:a16="http://schemas.microsoft.com/office/drawing/2014/main" id="{6693CE8E-F516-54CB-AAF1-E6FF0D2ADE1E}"/>
              </a:ext>
            </a:extLst>
          </p:cNvPr>
          <p:cNvSpPr>
            <a:spLocks noGrp="1"/>
          </p:cNvSpPr>
          <p:nvPr>
            <p:ph type="sldNum" sz="quarter" idx="5"/>
          </p:nvPr>
        </p:nvSpPr>
        <p:spPr/>
        <p:txBody>
          <a:bodyPr/>
          <a:lstStyle/>
          <a:p>
            <a:fld id="{4FBA0CA4-DCD3-BC41-93FC-1B18DBEF5D82}" type="slidenum">
              <a:rPr lang="en-US" smtClean="0"/>
              <a:t>16</a:t>
            </a:fld>
            <a:endParaRPr lang="en-US"/>
          </a:p>
        </p:txBody>
      </p:sp>
    </p:spTree>
    <p:extLst>
      <p:ext uri="{BB962C8B-B14F-4D97-AF65-F5344CB8AC3E}">
        <p14:creationId xmlns:p14="http://schemas.microsoft.com/office/powerpoint/2010/main" val="40908243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So what is Spec Driven Development?</a:t>
            </a:r>
          </a:p>
          <a:p>
            <a:endParaRPr lang="en-US" dirty="0"/>
          </a:p>
          <a:p>
            <a:r>
              <a:rPr lang="en-US" dirty="0"/>
              <a:t>Spec Driven Development is a way to maximize autonomy without sacrificing trust and ownership. By using a structured approach and a clear strategy while coding with an agent, you can effectively delegate your work to the agent while remaining involved and in control of its process. </a:t>
            </a:r>
          </a:p>
          <a:p>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Advantages: Enabling delegation, Controlling blast radius, Creating restart points</a:t>
            </a:r>
          </a:p>
        </p:txBody>
      </p:sp>
      <p:sp>
        <p:nvSpPr>
          <p:cNvPr id="4" name="Slide Number Placeholder 3"/>
          <p:cNvSpPr>
            <a:spLocks noGrp="1"/>
          </p:cNvSpPr>
          <p:nvPr>
            <p:ph type="sldNum" sz="quarter" idx="5"/>
          </p:nvPr>
        </p:nvSpPr>
        <p:spPr/>
        <p:txBody>
          <a:bodyPr/>
          <a:lstStyle/>
          <a:p>
            <a:fld id="{4FBA0CA4-DCD3-BC41-93FC-1B18DBEF5D82}" type="slidenum">
              <a:rPr lang="en-US" smtClean="0"/>
              <a:t>17</a:t>
            </a:fld>
            <a:endParaRPr lang="en-US"/>
          </a:p>
        </p:txBody>
      </p:sp>
    </p:spTree>
    <p:extLst>
      <p:ext uri="{BB962C8B-B14F-4D97-AF65-F5344CB8AC3E}">
        <p14:creationId xmlns:p14="http://schemas.microsoft.com/office/powerpoint/2010/main" val="279168948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Introducing the four stages of the Spec-Driven Development cycle</a:t>
            </a:r>
          </a:p>
          <a:p>
            <a:endParaRPr lang="en-US" dirty="0"/>
          </a:p>
          <a:p>
            <a:r>
              <a:rPr lang="en-US" dirty="0"/>
              <a:t>“””</a:t>
            </a:r>
          </a:p>
          <a:p>
            <a:r>
              <a:rPr lang="en-US" dirty="0"/>
              <a:t>Over the course of this workshop, we’ll observe how agent autonomy,  project trust, and human ownership rise and fall across these phases.</a:t>
            </a:r>
          </a:p>
          <a:p>
            <a:r>
              <a:rPr lang="en-US" dirty="0"/>
              <a:t>It’s worth recognizing that this is a loop, where you can always survey when you need to go back and tweak what you’ve done. We’ll talk more about this in the implementation and verification phases.</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18</a:t>
            </a:fld>
            <a:endParaRPr lang="en-US"/>
          </a:p>
        </p:txBody>
      </p:sp>
    </p:spTree>
    <p:extLst>
      <p:ext uri="{BB962C8B-B14F-4D97-AF65-F5344CB8AC3E}">
        <p14:creationId xmlns:p14="http://schemas.microsoft.com/office/powerpoint/2010/main" val="383639945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Clarify and validate ambiguous product requirements, as the precursor for high-quality spec creation </a:t>
            </a:r>
          </a:p>
          <a:p>
            <a:endParaRPr lang="en-US" dirty="0"/>
          </a:p>
          <a:p>
            <a:r>
              <a:rPr lang="en-US" dirty="0"/>
              <a:t>“””</a:t>
            </a:r>
          </a:p>
          <a:p>
            <a:r>
              <a:rPr lang="en-US" dirty="0"/>
              <a:t>The goal of requirements gathering is to understand the problem. Real inputs are often vague, partial, or emotional. Before we create a spec, we need to take those wide-reaching issues and pain points and requests and turn them into clear engineering inputs.</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19</a:t>
            </a:fld>
            <a:endParaRPr lang="en-US"/>
          </a:p>
        </p:txBody>
      </p:sp>
    </p:spTree>
    <p:extLst>
      <p:ext uri="{BB962C8B-B14F-4D97-AF65-F5344CB8AC3E}">
        <p14:creationId xmlns:p14="http://schemas.microsoft.com/office/powerpoint/2010/main" val="37765834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3FF94F-24B8-B2BF-8A61-6EB5CA8FF5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802D10-7954-888D-B8B7-2B2839EAF1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B3CA91-5A48-8AA6-7B32-018126D15FDA}"/>
              </a:ext>
            </a:extLst>
          </p:cNvPr>
          <p:cNvSpPr>
            <a:spLocks noGrp="1"/>
          </p:cNvSpPr>
          <p:nvPr>
            <p:ph type="body" idx="1"/>
          </p:nvPr>
        </p:nvSpPr>
        <p:spPr/>
        <p:txBody>
          <a:bodyPr/>
          <a:lstStyle/>
          <a:p>
            <a:r>
              <a:rPr lang="en-US" dirty="0"/>
              <a:t>“””</a:t>
            </a:r>
          </a:p>
          <a:p>
            <a:r>
              <a:rPr lang="en-US" sz="1200" b="0" i="0" kern="1200" dirty="0">
                <a:solidFill>
                  <a:schemeClr val="tx1"/>
                </a:solidFill>
                <a:effectLst/>
                <a:latin typeface="+mn-lt"/>
                <a:ea typeface="+mn-ea"/>
                <a:cs typeface="+mn-cs"/>
              </a:rPr>
              <a:t>So what happens when you build on a cracked foundation? [audience participation?: looking for something like the house sinks, the building falls, etc.]</a:t>
            </a:r>
          </a:p>
          <a:p>
            <a:endParaRPr lang="en-US" dirty="0"/>
          </a:p>
          <a:p>
            <a:r>
              <a:rPr lang="en-US" dirty="0"/>
              <a:t>“””</a:t>
            </a:r>
          </a:p>
        </p:txBody>
      </p:sp>
      <p:sp>
        <p:nvSpPr>
          <p:cNvPr id="4" name="Slide Number Placeholder 3">
            <a:extLst>
              <a:ext uri="{FF2B5EF4-FFF2-40B4-BE49-F238E27FC236}">
                <a16:creationId xmlns:a16="http://schemas.microsoft.com/office/drawing/2014/main" id="{4E0B7330-304E-CBFA-5705-3C1B4437ADF7}"/>
              </a:ext>
            </a:extLst>
          </p:cNvPr>
          <p:cNvSpPr>
            <a:spLocks noGrp="1"/>
          </p:cNvSpPr>
          <p:nvPr>
            <p:ph type="sldNum" sz="quarter" idx="5"/>
          </p:nvPr>
        </p:nvSpPr>
        <p:spPr/>
        <p:txBody>
          <a:bodyPr/>
          <a:lstStyle/>
          <a:p>
            <a:fld id="{4FBA0CA4-DCD3-BC41-93FC-1B18DBEF5D82}" type="slidenum">
              <a:rPr lang="en-US" smtClean="0"/>
              <a:t>20</a:t>
            </a:fld>
            <a:endParaRPr lang="en-US"/>
          </a:p>
        </p:txBody>
      </p:sp>
    </p:spTree>
    <p:extLst>
      <p:ext uri="{BB962C8B-B14F-4D97-AF65-F5344CB8AC3E}">
        <p14:creationId xmlns:p14="http://schemas.microsoft.com/office/powerpoint/2010/main" val="22454476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B1D71E-A663-EF9C-F932-446D74BA70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1F5482-D336-C357-B099-4A035C17D2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BD419D8-2486-C9FD-2C2B-C3BADACDA311}"/>
              </a:ext>
            </a:extLst>
          </p:cNvPr>
          <p:cNvSpPr>
            <a:spLocks noGrp="1"/>
          </p:cNvSpPr>
          <p:nvPr>
            <p:ph type="body" idx="1"/>
          </p:nvPr>
        </p:nvSpPr>
        <p:spPr/>
        <p:txBody>
          <a:bodyPr/>
          <a:lstStyle/>
          <a:p>
            <a:r>
              <a:rPr lang="en-US" dirty="0"/>
              <a:t>“””</a:t>
            </a:r>
          </a:p>
          <a:p>
            <a:r>
              <a:rPr lang="en-US" sz="1200" b="0" i="0" kern="1200" dirty="0">
                <a:solidFill>
                  <a:schemeClr val="tx1"/>
                </a:solidFill>
                <a:effectLst/>
                <a:latin typeface="+mn-lt"/>
                <a:ea typeface="+mn-ea"/>
                <a:cs typeface="+mn-cs"/>
              </a:rPr>
              <a:t>[Hopefully: That’s exactly right!] The house falls down. So in order to build a strong, stable house…</a:t>
            </a:r>
          </a:p>
          <a:p>
            <a:endParaRPr lang="en-US" dirty="0"/>
          </a:p>
          <a:p>
            <a:r>
              <a:rPr lang="en-US" dirty="0"/>
              <a:t>“””</a:t>
            </a:r>
          </a:p>
        </p:txBody>
      </p:sp>
      <p:sp>
        <p:nvSpPr>
          <p:cNvPr id="4" name="Slide Number Placeholder 3">
            <a:extLst>
              <a:ext uri="{FF2B5EF4-FFF2-40B4-BE49-F238E27FC236}">
                <a16:creationId xmlns:a16="http://schemas.microsoft.com/office/drawing/2014/main" id="{7810A22A-9046-56F4-0F31-B880BCD47975}"/>
              </a:ext>
            </a:extLst>
          </p:cNvPr>
          <p:cNvSpPr>
            <a:spLocks noGrp="1"/>
          </p:cNvSpPr>
          <p:nvPr>
            <p:ph type="sldNum" sz="quarter" idx="5"/>
          </p:nvPr>
        </p:nvSpPr>
        <p:spPr/>
        <p:txBody>
          <a:bodyPr/>
          <a:lstStyle/>
          <a:p>
            <a:fld id="{4FBA0CA4-DCD3-BC41-93FC-1B18DBEF5D82}" type="slidenum">
              <a:rPr lang="en-US" smtClean="0"/>
              <a:t>21</a:t>
            </a:fld>
            <a:endParaRPr lang="en-US"/>
          </a:p>
        </p:txBody>
      </p:sp>
    </p:spTree>
    <p:extLst>
      <p:ext uri="{BB962C8B-B14F-4D97-AF65-F5344CB8AC3E}">
        <p14:creationId xmlns:p14="http://schemas.microsoft.com/office/powerpoint/2010/main" val="40773533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0FEBC-C222-1EE0-E8F6-D479BB49EF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F58D08-CBC9-8AFC-9BA7-F37C9EFDF4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AB1B95-5519-23D8-2707-95971BDB277E}"/>
              </a:ext>
            </a:extLst>
          </p:cNvPr>
          <p:cNvSpPr>
            <a:spLocks noGrp="1"/>
          </p:cNvSpPr>
          <p:nvPr>
            <p:ph type="body" idx="1"/>
          </p:nvPr>
        </p:nvSpPr>
        <p:spPr/>
        <p:txBody>
          <a:bodyPr/>
          <a:lstStyle/>
          <a:p>
            <a:r>
              <a:rPr lang="en-US" dirty="0"/>
              <a:t>“””</a:t>
            </a:r>
          </a:p>
          <a:p>
            <a:r>
              <a:rPr lang="en-US" sz="1200" b="0" i="0" kern="1200" dirty="0">
                <a:solidFill>
                  <a:schemeClr val="tx1"/>
                </a:solidFill>
                <a:effectLst/>
                <a:latin typeface="+mn-lt"/>
                <a:ea typeface="+mn-ea"/>
                <a:cs typeface="+mn-cs"/>
              </a:rPr>
              <a:t>You need a strong, stable foundation. </a:t>
            </a:r>
            <a:r>
              <a:rPr lang="en-US" sz="1200" b="1" i="0" kern="1200" dirty="0">
                <a:solidFill>
                  <a:schemeClr val="tx1"/>
                </a:solidFill>
                <a:effectLst/>
                <a:latin typeface="+mn-lt"/>
                <a:ea typeface="+mn-ea"/>
                <a:cs typeface="+mn-cs"/>
              </a:rPr>
              <a:t>Your requirements are your foundation</a:t>
            </a:r>
            <a:r>
              <a:rPr lang="en-US" sz="1200" b="0" i="0" kern="1200" dirty="0">
                <a:solidFill>
                  <a:schemeClr val="tx1"/>
                </a:solidFill>
                <a:effectLst/>
                <a:latin typeface="+mn-lt"/>
                <a:ea typeface="+mn-ea"/>
                <a:cs typeface="+mn-cs"/>
              </a:rPr>
              <a:t>.</a:t>
            </a:r>
          </a:p>
          <a:p>
            <a:endParaRPr lang="en-US" dirty="0"/>
          </a:p>
          <a:p>
            <a:r>
              <a:rPr lang="en-US" dirty="0"/>
              <a:t>“””</a:t>
            </a:r>
          </a:p>
        </p:txBody>
      </p:sp>
      <p:sp>
        <p:nvSpPr>
          <p:cNvPr id="4" name="Slide Number Placeholder 3">
            <a:extLst>
              <a:ext uri="{FF2B5EF4-FFF2-40B4-BE49-F238E27FC236}">
                <a16:creationId xmlns:a16="http://schemas.microsoft.com/office/drawing/2014/main" id="{38CB1519-9E1D-19A6-ADE2-62EA2F3CB39E}"/>
              </a:ext>
            </a:extLst>
          </p:cNvPr>
          <p:cNvSpPr>
            <a:spLocks noGrp="1"/>
          </p:cNvSpPr>
          <p:nvPr>
            <p:ph type="sldNum" sz="quarter" idx="5"/>
          </p:nvPr>
        </p:nvSpPr>
        <p:spPr/>
        <p:txBody>
          <a:bodyPr/>
          <a:lstStyle/>
          <a:p>
            <a:fld id="{4FBA0CA4-DCD3-BC41-93FC-1B18DBEF5D82}" type="slidenum">
              <a:rPr lang="en-US" smtClean="0"/>
              <a:t>22</a:t>
            </a:fld>
            <a:endParaRPr lang="en-US"/>
          </a:p>
        </p:txBody>
      </p:sp>
    </p:spTree>
    <p:extLst>
      <p:ext uri="{BB962C8B-B14F-4D97-AF65-F5344CB8AC3E}">
        <p14:creationId xmlns:p14="http://schemas.microsoft.com/office/powerpoint/2010/main" val="298258847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AB8E0-00B8-CC3C-C2D6-1C41ECD785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A5B965-F3B7-17A7-C963-3C031EF038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19E57D-F08A-FA67-CBF0-6983309E3AE3}"/>
              </a:ext>
            </a:extLst>
          </p:cNvPr>
          <p:cNvSpPr>
            <a:spLocks noGrp="1"/>
          </p:cNvSpPr>
          <p:nvPr>
            <p:ph type="body" idx="1"/>
          </p:nvPr>
        </p:nvSpPr>
        <p:spPr/>
        <p:txBody>
          <a:bodyPr/>
          <a:lstStyle/>
          <a:p>
            <a:r>
              <a:rPr lang="en-US" dirty="0"/>
              <a:t>“””</a:t>
            </a:r>
          </a:p>
          <a:p>
            <a:r>
              <a:rPr lang="en-US" sz="1200" b="0" i="0" kern="1200" dirty="0">
                <a:solidFill>
                  <a:schemeClr val="tx1"/>
                </a:solidFill>
                <a:effectLst/>
                <a:latin typeface="+mn-lt"/>
                <a:ea typeface="+mn-ea"/>
                <a:cs typeface="+mn-cs"/>
              </a:rPr>
              <a:t>Requirements gathering is the foundation of any software project. Just like you wouldn't build a house on a cracked foundation, you shouldn't write code without understanding what you're actually trying to accomplish. Skipping requirements gathering is how you end up rebuilding features over and over again. It’s how you build something that technically works but doesn't solve the actual problem. It’s how you stay stuck in that loop forever, chasing criteria you didn’t know existed. You want a strong foundation where you know exactly where you’re headed before you get there. You don’t want to build just any solution; you want to build the right solution. Requirements are how you get there.</a:t>
            </a:r>
            <a:endParaRPr lang="en-US" dirty="0"/>
          </a:p>
          <a:p>
            <a:r>
              <a:rPr lang="en-US" dirty="0"/>
              <a:t>“””</a:t>
            </a:r>
          </a:p>
        </p:txBody>
      </p:sp>
      <p:sp>
        <p:nvSpPr>
          <p:cNvPr id="4" name="Slide Number Placeholder 3">
            <a:extLst>
              <a:ext uri="{FF2B5EF4-FFF2-40B4-BE49-F238E27FC236}">
                <a16:creationId xmlns:a16="http://schemas.microsoft.com/office/drawing/2014/main" id="{974F2103-1384-4531-8CDC-1773AFDA02C8}"/>
              </a:ext>
            </a:extLst>
          </p:cNvPr>
          <p:cNvSpPr>
            <a:spLocks noGrp="1"/>
          </p:cNvSpPr>
          <p:nvPr>
            <p:ph type="sldNum" sz="quarter" idx="5"/>
          </p:nvPr>
        </p:nvSpPr>
        <p:spPr/>
        <p:txBody>
          <a:bodyPr/>
          <a:lstStyle/>
          <a:p>
            <a:fld id="{4FBA0CA4-DCD3-BC41-93FC-1B18DBEF5D82}" type="slidenum">
              <a:rPr lang="en-US" smtClean="0"/>
              <a:t>23</a:t>
            </a:fld>
            <a:endParaRPr lang="en-US"/>
          </a:p>
        </p:txBody>
      </p:sp>
    </p:spTree>
    <p:extLst>
      <p:ext uri="{BB962C8B-B14F-4D97-AF65-F5344CB8AC3E}">
        <p14:creationId xmlns:p14="http://schemas.microsoft.com/office/powerpoint/2010/main" val="36189111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The problems you face are likely not going to be simple, one off exercises. In the real world, the problems you tackle have to do with complex systems with a wide array of challenges. </a:t>
            </a:r>
            <a:r>
              <a:rPr lang="en-US" sz="1200" b="0" i="0" kern="1200" dirty="0">
                <a:solidFill>
                  <a:schemeClr val="tx1"/>
                </a:solidFill>
                <a:effectLst/>
                <a:latin typeface="+mn-lt"/>
                <a:ea typeface="+mn-ea"/>
                <a:cs typeface="+mn-cs"/>
              </a:rPr>
              <a:t>You're working within constraints, existing patterns, and sometimes years of accumulated decisions.</a:t>
            </a:r>
            <a:r>
              <a:rPr lang="en-US" dirty="0"/>
              <a:t> It can be a huge time sink to try to understand the problem you’re facing on your own.</a:t>
            </a:r>
          </a:p>
          <a:p>
            <a:endParaRPr lang="en-US" dirty="0"/>
          </a:p>
          <a:p>
            <a:r>
              <a:rPr lang="en-US" dirty="0"/>
              <a:t>[note: if you didn’t do module 0, this is their first time seeing Bob]</a:t>
            </a:r>
          </a:p>
          <a:p>
            <a:endParaRPr lang="en-US" dirty="0"/>
          </a:p>
          <a:p>
            <a:r>
              <a:rPr lang="en-US" dirty="0"/>
              <a:t>This is where the agent comes in: today, we’re using IBM Bob, your AI powered development partner. </a:t>
            </a:r>
            <a:r>
              <a:rPr lang="en-US" sz="1200" b="0" i="0" kern="1200" dirty="0">
                <a:solidFill>
                  <a:schemeClr val="tx1"/>
                </a:solidFill>
                <a:effectLst/>
                <a:latin typeface="+mn-lt"/>
                <a:ea typeface="+mn-ea"/>
                <a:cs typeface="+mn-cs"/>
              </a:rPr>
              <a:t>You could spend days reading through files, tracing function calls, trying to piece together how everything connects. You could go searching for documentation that may or may not exist. Or you can use Bob strategically to accelerate this discovery process.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Using Bob’s Ask mode becomes incredibly valuable during requirements gathering. You can use Bob to quickly understand the existing codebase and distill it down to what’s relevant to you. The key is to build your mental model of the system before you start defining what needs to change. You're gathering requirements not just about what the user wants, but about what the codebase can support and how your changes will fit into the existing architecture.</a:t>
            </a:r>
          </a:p>
          <a:p>
            <a:r>
              <a:rPr lang="en-US" sz="1200" b="0" i="0" kern="1200">
                <a:solidFill>
                  <a:schemeClr val="tx1"/>
                </a:solidFill>
                <a:effectLst/>
                <a:latin typeface="+mn-lt"/>
                <a:ea typeface="+mn-ea"/>
                <a:cs typeface="+mn-cs"/>
              </a:rPr>
              <a:t>We’ll practice this in our exercise for this module.</a:t>
            </a:r>
            <a:endParaRPr lang="en-US"/>
          </a:p>
          <a:p>
            <a:r>
              <a:rPr lang="en-US"/>
              <a:t>“””</a:t>
            </a:r>
            <a:endParaRPr lang="en-US" dirty="0"/>
          </a:p>
          <a:p>
            <a:endParaRPr lang="en-US" dirty="0"/>
          </a:p>
        </p:txBody>
      </p:sp>
      <p:sp>
        <p:nvSpPr>
          <p:cNvPr id="4" name="Slide Number Placeholder 3"/>
          <p:cNvSpPr>
            <a:spLocks noGrp="1"/>
          </p:cNvSpPr>
          <p:nvPr>
            <p:ph type="sldNum" sz="quarter" idx="5"/>
          </p:nvPr>
        </p:nvSpPr>
        <p:spPr/>
        <p:txBody>
          <a:bodyPr/>
          <a:lstStyle/>
          <a:p>
            <a:fld id="{4FBA0CA4-DCD3-BC41-93FC-1B18DBEF5D82}" type="slidenum">
              <a:rPr lang="en-US" smtClean="0"/>
              <a:t>24</a:t>
            </a:fld>
            <a:endParaRPr lang="en-US"/>
          </a:p>
        </p:txBody>
      </p:sp>
    </p:spTree>
    <p:extLst>
      <p:ext uri="{BB962C8B-B14F-4D97-AF65-F5344CB8AC3E}">
        <p14:creationId xmlns:p14="http://schemas.microsoft.com/office/powerpoint/2010/main" val="3918327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Requirements gathering is kind of like preparing for a long journey. Part of preparing for that long journey is knowing where you’re going.</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25</a:t>
            </a:fld>
            <a:endParaRPr lang="en-US"/>
          </a:p>
        </p:txBody>
      </p:sp>
    </p:spTree>
    <p:extLst>
      <p:ext uri="{BB962C8B-B14F-4D97-AF65-F5344CB8AC3E}">
        <p14:creationId xmlns:p14="http://schemas.microsoft.com/office/powerpoint/2010/main" val="2832794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6059D-521A-CB8F-BAA6-22A8081495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E2BCC2-81EE-A648-5E5B-50AA1261E3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FF91E08-370E-A878-9F45-2AE0841784D1}"/>
              </a:ext>
            </a:extLst>
          </p:cNvPr>
          <p:cNvSpPr>
            <a:spLocks noGrp="1"/>
          </p:cNvSpPr>
          <p:nvPr>
            <p:ph type="body" idx="1"/>
          </p:nvPr>
        </p:nvSpPr>
        <p:spPr/>
        <p:txBody>
          <a:bodyPr/>
          <a:lstStyle/>
          <a:p>
            <a:r>
              <a:rPr lang="en-US" dirty="0"/>
              <a:t>“””</a:t>
            </a:r>
          </a:p>
          <a:p>
            <a:r>
              <a:rPr lang="en-US" dirty="0"/>
              <a:t>Let’s talk about validation criteria. </a:t>
            </a:r>
            <a:r>
              <a:rPr lang="en-US" sz="1200" b="0" i="0" kern="1200" dirty="0">
                <a:solidFill>
                  <a:schemeClr val="tx1"/>
                </a:solidFill>
                <a:effectLst/>
                <a:latin typeface="+mn-lt"/>
                <a:ea typeface="+mn-ea"/>
                <a:cs typeface="+mn-cs"/>
              </a:rPr>
              <a:t>This is about defining what success looks like before you write a single line of code or even create your spec. Think of validation criteria as your destination. If you don't know where you're going, any road will get you somewhere, but probably not where you wanted to be. In requirements gathering, you have to prepare for exactly the results you want to achieve, rather than retroactively decide what to measure against. When you're making design choices later, you can ask: "Does this help us meet our validation criteria?" If not, you're probably going down the wrong path. These validation criteria should be measurable, testable, and unambiguous. These criteria will then guide you through spec development, implementation, and verification, and should be established earlier </a:t>
            </a:r>
            <a:r>
              <a:rPr lang="en-US" sz="1200" b="0" i="0" kern="1200">
                <a:solidFill>
                  <a:schemeClr val="tx1"/>
                </a:solidFill>
                <a:effectLst/>
                <a:latin typeface="+mn-lt"/>
                <a:ea typeface="+mn-ea"/>
                <a:cs typeface="+mn-cs"/>
              </a:rPr>
              <a:t>rather than later.</a:t>
            </a:r>
            <a:endParaRPr lang="en-US" sz="1200" b="0" i="0" kern="1200" dirty="0">
              <a:solidFill>
                <a:schemeClr val="tx1"/>
              </a:solidFill>
              <a:effectLst/>
              <a:latin typeface="+mn-lt"/>
              <a:ea typeface="+mn-ea"/>
              <a:cs typeface="+mn-cs"/>
            </a:endParaRPr>
          </a:p>
          <a:p>
            <a:r>
              <a:rPr lang="en-US" dirty="0"/>
              <a:t>“””</a:t>
            </a:r>
          </a:p>
        </p:txBody>
      </p:sp>
      <p:sp>
        <p:nvSpPr>
          <p:cNvPr id="4" name="Slide Number Placeholder 3">
            <a:extLst>
              <a:ext uri="{FF2B5EF4-FFF2-40B4-BE49-F238E27FC236}">
                <a16:creationId xmlns:a16="http://schemas.microsoft.com/office/drawing/2014/main" id="{7C580071-111F-7DED-BE52-ACCCE09E5CC3}"/>
              </a:ext>
            </a:extLst>
          </p:cNvPr>
          <p:cNvSpPr>
            <a:spLocks noGrp="1"/>
          </p:cNvSpPr>
          <p:nvPr>
            <p:ph type="sldNum" sz="quarter" idx="5"/>
          </p:nvPr>
        </p:nvSpPr>
        <p:spPr/>
        <p:txBody>
          <a:bodyPr/>
          <a:lstStyle/>
          <a:p>
            <a:fld id="{4FBA0CA4-DCD3-BC41-93FC-1B18DBEF5D82}" type="slidenum">
              <a:rPr lang="en-US" smtClean="0"/>
              <a:t>26</a:t>
            </a:fld>
            <a:endParaRPr lang="en-US"/>
          </a:p>
        </p:txBody>
      </p:sp>
    </p:spTree>
    <p:extLst>
      <p:ext uri="{BB962C8B-B14F-4D97-AF65-F5344CB8AC3E}">
        <p14:creationId xmlns:p14="http://schemas.microsoft.com/office/powerpoint/2010/main" val="128586446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Ownership/Autonomy/Trust: This is an ownership‑heavy phase, Autonomy is intentionally low</a:t>
            </a:r>
          </a:p>
          <a:p>
            <a:endParaRPr lang="en-US" dirty="0"/>
          </a:p>
          <a:p>
            <a:r>
              <a:rPr lang="en-US" dirty="0"/>
              <a:t>“””</a:t>
            </a:r>
          </a:p>
          <a:p>
            <a:r>
              <a:rPr lang="en-US" dirty="0"/>
              <a:t>This is the ownership phase of spec driven design. You want to take your time here to really understand, and that means a heavy amount of human involvement. It can be very difficult, meaning expensive, to course correct later on in the process. While you don’t need to get everything exactly right, it’s worth it to make sure you understand as much as you need to get the work you need done.</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27</a:t>
            </a:fld>
            <a:endParaRPr lang="en-US"/>
          </a:p>
        </p:txBody>
      </p:sp>
    </p:spTree>
    <p:extLst>
      <p:ext uri="{BB962C8B-B14F-4D97-AF65-F5344CB8AC3E}">
        <p14:creationId xmlns:p14="http://schemas.microsoft.com/office/powerpoint/2010/main" val="36872144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032B46-F547-D80B-F2F4-6C4BDF2526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D42FCC-8AE7-1DAB-0B06-416F115B6F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52FAC7-BE0E-8C67-60B7-CDDF3FB68D9F}"/>
              </a:ext>
            </a:extLst>
          </p:cNvPr>
          <p:cNvSpPr>
            <a:spLocks noGrp="1"/>
          </p:cNvSpPr>
          <p:nvPr>
            <p:ph type="body" idx="1"/>
          </p:nvPr>
        </p:nvSpPr>
        <p:spPr/>
        <p:txBody>
          <a:bodyPr/>
          <a:lstStyle/>
          <a:p>
            <a:r>
              <a:rPr lang="en-US" dirty="0"/>
              <a:t>You will be working with our pre-built sample codebase to explore working with an existing project</a:t>
            </a:r>
          </a:p>
        </p:txBody>
      </p:sp>
      <p:sp>
        <p:nvSpPr>
          <p:cNvPr id="4" name="Slide Number Placeholder 3">
            <a:extLst>
              <a:ext uri="{FF2B5EF4-FFF2-40B4-BE49-F238E27FC236}">
                <a16:creationId xmlns:a16="http://schemas.microsoft.com/office/drawing/2014/main" id="{4E2F5AA1-6614-FF7D-4490-985AA07E1F3E}"/>
              </a:ext>
            </a:extLst>
          </p:cNvPr>
          <p:cNvSpPr>
            <a:spLocks noGrp="1"/>
          </p:cNvSpPr>
          <p:nvPr>
            <p:ph type="sldNum" sz="quarter" idx="5"/>
          </p:nvPr>
        </p:nvSpPr>
        <p:spPr/>
        <p:txBody>
          <a:bodyPr/>
          <a:lstStyle/>
          <a:p>
            <a:fld id="{4FBA0CA4-DCD3-BC41-93FC-1B18DBEF5D82}" type="slidenum">
              <a:rPr lang="en-US" smtClean="0"/>
              <a:t>28</a:t>
            </a:fld>
            <a:endParaRPr lang="en-US"/>
          </a:p>
        </p:txBody>
      </p:sp>
    </p:spTree>
    <p:extLst>
      <p:ext uri="{BB962C8B-B14F-4D97-AF65-F5344CB8AC3E}">
        <p14:creationId xmlns:p14="http://schemas.microsoft.com/office/powerpoint/2010/main" val="554638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architectural diagram to explain the codebase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Make sure you cover understanding what checks already exist for validation in the codebase so you can also create your own</a:t>
            </a:r>
          </a:p>
          <a:p>
            <a:endParaRPr lang="en-US" dirty="0"/>
          </a:p>
        </p:txBody>
      </p:sp>
      <p:sp>
        <p:nvSpPr>
          <p:cNvPr id="4" name="Slide Number Placeholder 3"/>
          <p:cNvSpPr>
            <a:spLocks noGrp="1"/>
          </p:cNvSpPr>
          <p:nvPr>
            <p:ph type="sldNum" sz="quarter" idx="5"/>
          </p:nvPr>
        </p:nvSpPr>
        <p:spPr/>
        <p:txBody>
          <a:bodyPr/>
          <a:lstStyle/>
          <a:p>
            <a:fld id="{4FBA0CA4-DCD3-BC41-93FC-1B18DBEF5D82}" type="slidenum">
              <a:rPr lang="en-US" smtClean="0"/>
              <a:t>30</a:t>
            </a:fld>
            <a:endParaRPr lang="en-US"/>
          </a:p>
        </p:txBody>
      </p:sp>
    </p:spTree>
    <p:extLst>
      <p:ext uri="{BB962C8B-B14F-4D97-AF65-F5344CB8AC3E}">
        <p14:creationId xmlns:p14="http://schemas.microsoft.com/office/powerpoint/2010/main" val="41629199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Transform ambiguous product requests and understanding of codebase into clear, structured engineering requirements</a:t>
            </a:r>
          </a:p>
          <a:p>
            <a:endParaRPr lang="en-US" dirty="0"/>
          </a:p>
          <a:p>
            <a:r>
              <a:rPr lang="en-US" dirty="0"/>
              <a:t>“””</a:t>
            </a:r>
          </a:p>
          <a:p>
            <a:r>
              <a:rPr lang="en-US" dirty="0"/>
              <a:t>After requirements gathering it’s time for spec creation. A spec is a development plan you build alongside Bob to structure your change; it should give Bob everything it needs to execute your request and process your inputs the way you want it to. </a:t>
            </a:r>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31</a:t>
            </a:fld>
            <a:endParaRPr lang="en-US"/>
          </a:p>
        </p:txBody>
      </p:sp>
    </p:spTree>
    <p:extLst>
      <p:ext uri="{BB962C8B-B14F-4D97-AF65-F5344CB8AC3E}">
        <p14:creationId xmlns:p14="http://schemas.microsoft.com/office/powerpoint/2010/main" val="37491635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4620B-7B3F-0E99-F310-877DA3989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745B4D-3901-D3E2-0CA0-BC36BB5FFE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BF6BA1-E0C9-0C31-37F5-0FD6C0E0754F}"/>
              </a:ext>
            </a:extLst>
          </p:cNvPr>
          <p:cNvSpPr>
            <a:spLocks noGrp="1"/>
          </p:cNvSpPr>
          <p:nvPr>
            <p:ph type="body" idx="1"/>
          </p:nvPr>
        </p:nvSpPr>
        <p:spPr/>
        <p:txBody>
          <a:bodyPr/>
          <a:lstStyle/>
          <a:p>
            <a:r>
              <a:rPr lang="en-US" dirty="0"/>
              <a:t>”””</a:t>
            </a:r>
          </a:p>
          <a:p>
            <a:r>
              <a:rPr lang="en-US" dirty="0"/>
              <a:t>Let’s start from the very beginning: your initial prompt. Like everything in software engineering, the way you approach your initial prompt is very individual, and there’s no one right way to do it. However, in my experience, it is best for your initial prompt to paint as full a picture as you can based on those requirements you gathered before. Your prompt should </a:t>
            </a:r>
            <a:r>
              <a:rPr lang="en-US" sz="1200" b="0" i="0" kern="1200" dirty="0">
                <a:solidFill>
                  <a:schemeClr val="tx1"/>
                </a:solidFill>
                <a:effectLst/>
                <a:latin typeface="+mn-lt"/>
                <a:ea typeface="+mn-ea"/>
                <a:cs typeface="+mn-cs"/>
              </a:rPr>
              <a:t>convey what the system should do, why, and under what constraints. In your spec, you want to avoid any vague aspects and ensure it matches exactly what you’re envisioning for the final product. This goes back to validation criteria, as well; if your spec doesn’t specify how you will meet an aspect of your validation criteria, it likely won’t. That being said, it doesn’t necessarily mean every detail needs to go in your initial prompt, and some might prefer to go back and forth with Bob more; however, being as complete as possible here, at least in your intentions, will help you avoid corrections and focus instead on finer details.</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Other aspects you should look out for are clarity, feasibility, and testability. Make sure each step is built out in its entirety. Avoid vague steps like “implement x” or “build Y”. </a:t>
            </a:r>
          </a:p>
          <a:p>
            <a:r>
              <a:rPr lang="en-US" sz="1200" b="0" i="0" kern="1200" dirty="0">
                <a:solidFill>
                  <a:schemeClr val="tx1"/>
                </a:solidFill>
                <a:effectLst/>
                <a:latin typeface="+mn-lt"/>
                <a:ea typeface="+mn-ea"/>
                <a:cs typeface="+mn-cs"/>
              </a:rPr>
              <a:t>“””</a:t>
            </a:r>
          </a:p>
        </p:txBody>
      </p:sp>
      <p:sp>
        <p:nvSpPr>
          <p:cNvPr id="4" name="Slide Number Placeholder 3">
            <a:extLst>
              <a:ext uri="{FF2B5EF4-FFF2-40B4-BE49-F238E27FC236}">
                <a16:creationId xmlns:a16="http://schemas.microsoft.com/office/drawing/2014/main" id="{319C2717-C620-A1E6-0160-D6A6D9BAFDB1}"/>
              </a:ext>
            </a:extLst>
          </p:cNvPr>
          <p:cNvSpPr>
            <a:spLocks noGrp="1"/>
          </p:cNvSpPr>
          <p:nvPr>
            <p:ph type="sldNum" sz="quarter" idx="5"/>
          </p:nvPr>
        </p:nvSpPr>
        <p:spPr/>
        <p:txBody>
          <a:bodyPr/>
          <a:lstStyle/>
          <a:p>
            <a:fld id="{4FBA0CA4-DCD3-BC41-93FC-1B18DBEF5D82}" type="slidenum">
              <a:rPr lang="en-US" smtClean="0"/>
              <a:t>32</a:t>
            </a:fld>
            <a:endParaRPr lang="en-US"/>
          </a:p>
        </p:txBody>
      </p:sp>
    </p:spTree>
    <p:extLst>
      <p:ext uri="{BB962C8B-B14F-4D97-AF65-F5344CB8AC3E}">
        <p14:creationId xmlns:p14="http://schemas.microsoft.com/office/powerpoint/2010/main" val="149575323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79BDEC-666A-51A6-F5C8-88A48DCC116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D2AEB15-ADFF-A202-8FAF-BBD662A7F82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B3BACA-1C03-C260-4C6C-901E000E045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After creating your initial prompt, it’s time to review the results. </a:t>
            </a:r>
            <a:r>
              <a:rPr lang="en-US" sz="1200" b="0" i="0" kern="1200" dirty="0">
                <a:solidFill>
                  <a:schemeClr val="tx1"/>
                </a:solidFill>
                <a:effectLst/>
                <a:latin typeface="+mn-lt"/>
                <a:ea typeface="+mn-ea"/>
                <a:cs typeface="+mn-cs"/>
              </a:rPr>
              <a:t>When Bob generates a plan, you'll see a structured breakdown of the work. Typically, this includes high-level steps, implementation considerations, and dependencies between tasks. Your job at this stage is to decide how you want to approach the completion of your spec.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dirty="0">
                <a:solidFill>
                  <a:schemeClr val="tx1"/>
                </a:solidFill>
                <a:effectLst/>
                <a:latin typeface="+mn-lt"/>
                <a:ea typeface="+mn-ea"/>
                <a:cs typeface="+mn-cs"/>
              </a:rPr>
              <a:t>In my experience, t</a:t>
            </a:r>
            <a:r>
              <a:rPr lang="en-US" b="0" dirty="0"/>
              <a:t>his phase is all about workshopping the responses of the agent to get to a place you’re satisfied with. You could accept the spec as is, and simply trial and error the whole process, which is a valid way to analyze its performance, or you could review and workshop your spec, going back and forth with Bob. In doing so, you want to identify any </a:t>
            </a:r>
            <a:r>
              <a:rPr lang="en-US" sz="1200" b="0" i="0" kern="1200" dirty="0">
                <a:solidFill>
                  <a:schemeClr val="tx1"/>
                </a:solidFill>
                <a:effectLst/>
                <a:latin typeface="+mn-lt"/>
                <a:ea typeface="+mn-ea"/>
                <a:cs typeface="+mn-cs"/>
              </a:rPr>
              <a:t>gaps, unclear steps, or misalignments with your requirements before any code gets written. Your method will depend on your tolerance for rework and your perceived quality of the implementation of your initial prompt.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The bottom line is you need a minimum viable spec where you accept the risks involved with the architectural decisions and their level of specificity.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a:t>
            </a:r>
            <a:endParaRPr lang="en-US" dirty="0"/>
          </a:p>
        </p:txBody>
      </p:sp>
      <p:sp>
        <p:nvSpPr>
          <p:cNvPr id="4" name="Slide Number Placeholder 3">
            <a:extLst>
              <a:ext uri="{FF2B5EF4-FFF2-40B4-BE49-F238E27FC236}">
                <a16:creationId xmlns:a16="http://schemas.microsoft.com/office/drawing/2014/main" id="{F5B9E95C-531C-D8A3-912A-E875D67E58A1}"/>
              </a:ext>
            </a:extLst>
          </p:cNvPr>
          <p:cNvSpPr>
            <a:spLocks noGrp="1"/>
          </p:cNvSpPr>
          <p:nvPr>
            <p:ph type="sldNum" sz="quarter" idx="5"/>
          </p:nvPr>
        </p:nvSpPr>
        <p:spPr/>
        <p:txBody>
          <a:bodyPr/>
          <a:lstStyle/>
          <a:p>
            <a:fld id="{4FBA0CA4-DCD3-BC41-93FC-1B18DBEF5D82}" type="slidenum">
              <a:rPr lang="en-US" smtClean="0"/>
              <a:t>33</a:t>
            </a:fld>
            <a:endParaRPr lang="en-US"/>
          </a:p>
        </p:txBody>
      </p:sp>
    </p:spTree>
    <p:extLst>
      <p:ext uri="{BB962C8B-B14F-4D97-AF65-F5344CB8AC3E}">
        <p14:creationId xmlns:p14="http://schemas.microsoft.com/office/powerpoint/2010/main" val="113177334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7990D-7F4F-9DED-809C-419F373024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050C61-917C-9B7C-7EA4-7D2FD096AA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C30F3-72F3-4B57-73CE-6E20B7EF6D2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83B2E89-A1BB-442E-53E6-DF3754B4B5D9}"/>
              </a:ext>
            </a:extLst>
          </p:cNvPr>
          <p:cNvSpPr>
            <a:spLocks noGrp="1"/>
          </p:cNvSpPr>
          <p:nvPr>
            <p:ph type="sldNum" sz="quarter" idx="5"/>
          </p:nvPr>
        </p:nvSpPr>
        <p:spPr/>
        <p:txBody>
          <a:bodyPr/>
          <a:lstStyle/>
          <a:p>
            <a:fld id="{4FBA0CA4-DCD3-BC41-93FC-1B18DBEF5D82}" type="slidenum">
              <a:rPr lang="en-US" smtClean="0"/>
              <a:t>34</a:t>
            </a:fld>
            <a:endParaRPr lang="en-US"/>
          </a:p>
        </p:txBody>
      </p:sp>
    </p:spTree>
    <p:extLst>
      <p:ext uri="{BB962C8B-B14F-4D97-AF65-F5344CB8AC3E}">
        <p14:creationId xmlns:p14="http://schemas.microsoft.com/office/powerpoint/2010/main" val="297439427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grill-me skill? Could also install in module 0</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Fresh session or extend an existing session? Probably fresh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Talk about the non-determinism, and make sure they know the spec won’t be perfect to start—that’s why validation is so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Tradeoff to optimize minimal rework and enough specificity without going overboard</a:t>
            </a:r>
          </a:p>
          <a:p>
            <a:endParaRPr lang="en-US" dirty="0"/>
          </a:p>
        </p:txBody>
      </p:sp>
      <p:sp>
        <p:nvSpPr>
          <p:cNvPr id="4" name="Slide Number Placeholder 3"/>
          <p:cNvSpPr>
            <a:spLocks noGrp="1"/>
          </p:cNvSpPr>
          <p:nvPr>
            <p:ph type="sldNum" sz="quarter" idx="5"/>
          </p:nvPr>
        </p:nvSpPr>
        <p:spPr/>
        <p:txBody>
          <a:bodyPr/>
          <a:lstStyle/>
          <a:p>
            <a:fld id="{4FBA0CA4-DCD3-BC41-93FC-1B18DBEF5D82}" type="slidenum">
              <a:rPr lang="en-US" smtClean="0"/>
              <a:t>35</a:t>
            </a:fld>
            <a:endParaRPr lang="en-US"/>
          </a:p>
        </p:txBody>
      </p:sp>
    </p:spTree>
    <p:extLst>
      <p:ext uri="{BB962C8B-B14F-4D97-AF65-F5344CB8AC3E}">
        <p14:creationId xmlns:p14="http://schemas.microsoft.com/office/powerpoint/2010/main" val="18661464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Purpose</a:t>
            </a:r>
            <a:r>
              <a:rPr lang="en-US" dirty="0"/>
              <a:t>: Execute against a clearly defined spec by delegating implementation tasks including code changes, file edits, and supporting steps, to an agentic coding tool</a:t>
            </a:r>
          </a:p>
          <a:p>
            <a:endParaRPr lang="en-US" dirty="0"/>
          </a:p>
          <a:p>
            <a:r>
              <a:rPr lang="en-US" dirty="0"/>
              <a:t>“Moving to implementation, this is where delegation becomes extremely important. Your goal is to have the planning you’ve done in the previous two modules executed with as little hiccups as possible.”</a:t>
            </a:r>
          </a:p>
        </p:txBody>
      </p:sp>
      <p:sp>
        <p:nvSpPr>
          <p:cNvPr id="4" name="Slide Number Placeholder 3"/>
          <p:cNvSpPr>
            <a:spLocks noGrp="1"/>
          </p:cNvSpPr>
          <p:nvPr>
            <p:ph type="sldNum" sz="quarter" idx="5"/>
          </p:nvPr>
        </p:nvSpPr>
        <p:spPr/>
        <p:txBody>
          <a:bodyPr/>
          <a:lstStyle/>
          <a:p>
            <a:fld id="{4FBA0CA4-DCD3-BC41-93FC-1B18DBEF5D82}" type="slidenum">
              <a:rPr lang="en-US" smtClean="0"/>
              <a:t>36</a:t>
            </a:fld>
            <a:endParaRPr lang="en-US"/>
          </a:p>
        </p:txBody>
      </p:sp>
    </p:spTree>
    <p:extLst>
      <p:ext uri="{BB962C8B-B14F-4D97-AF65-F5344CB8AC3E}">
        <p14:creationId xmlns:p14="http://schemas.microsoft.com/office/powerpoint/2010/main" val="28652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44834-338B-95F0-EC02-4EFCA3C54B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8E1961-8EAF-871E-9105-27CF7C13DA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E049E9-F7BC-BF9E-A2F8-7D8104621B60}"/>
              </a:ext>
            </a:extLst>
          </p:cNvPr>
          <p:cNvSpPr>
            <a:spLocks noGrp="1"/>
          </p:cNvSpPr>
          <p:nvPr>
            <p:ph type="body" idx="1"/>
          </p:nvPr>
        </p:nvSpPr>
        <p:spPr/>
        <p:txBody>
          <a:bodyPr/>
          <a:lstStyle/>
          <a:p>
            <a:r>
              <a:rPr lang="en-US" dirty="0"/>
              <a:t>Supervision varies based on detail/instruction in the prompt and task risk/complexity, and can range from careful review of every approval request to periodic checkpoints and heavier final validation</a:t>
            </a:r>
          </a:p>
          <a:p>
            <a:endParaRPr lang="en-US" dirty="0"/>
          </a:p>
          <a:p>
            <a:r>
              <a:rPr lang="en-US" dirty="0"/>
              <a:t>“””</a:t>
            </a:r>
          </a:p>
          <a:p>
            <a:r>
              <a:rPr lang="en-US" dirty="0"/>
              <a:t>Supervision of your agent during the implementation phase is a balancing act. You don’t want to constantly be monitoring it; it defeats the purpose of using the agent. But you might still want to keep an eye on what’s going on and place constraints on your system. How much you want to poke and prod your code depends on your preferences and your project needs.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Moving from basic boilerplate code generation and tab completes to agentic engineering means giving up a degree of control. Having a framework around your agent’s autonomy and placing constraints around its behavior allows you to give your agent more freedom and less oversight with high-quality results. At the beginning, you may want to write each prompt and evaluate each output from your agent. Implementing and designing a loop, however, will instead allow you to systemically write prompts and spawn subagents as needed. This is particularly important for executing large scale projects with minimal oversight.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p>
        </p:txBody>
      </p:sp>
      <p:sp>
        <p:nvSpPr>
          <p:cNvPr id="4" name="Slide Number Placeholder 3">
            <a:extLst>
              <a:ext uri="{FF2B5EF4-FFF2-40B4-BE49-F238E27FC236}">
                <a16:creationId xmlns:a16="http://schemas.microsoft.com/office/drawing/2014/main" id="{F02D870C-683F-89F7-908F-1A7C89DBB405}"/>
              </a:ext>
            </a:extLst>
          </p:cNvPr>
          <p:cNvSpPr>
            <a:spLocks noGrp="1"/>
          </p:cNvSpPr>
          <p:nvPr>
            <p:ph type="sldNum" sz="quarter" idx="5"/>
          </p:nvPr>
        </p:nvSpPr>
        <p:spPr/>
        <p:txBody>
          <a:bodyPr/>
          <a:lstStyle/>
          <a:p>
            <a:fld id="{4FBA0CA4-DCD3-BC41-93FC-1B18DBEF5D82}" type="slidenum">
              <a:rPr lang="en-US" smtClean="0"/>
              <a:t>37</a:t>
            </a:fld>
            <a:endParaRPr lang="en-US"/>
          </a:p>
        </p:txBody>
      </p:sp>
    </p:spTree>
    <p:extLst>
      <p:ext uri="{BB962C8B-B14F-4D97-AF65-F5344CB8AC3E}">
        <p14:creationId xmlns:p14="http://schemas.microsoft.com/office/powerpoint/2010/main" val="216404232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A basic popular framework is the Ralph loop. </a:t>
            </a:r>
            <a:r>
              <a:rPr lang="en-US" sz="1200" kern="1200" dirty="0">
                <a:solidFill>
                  <a:schemeClr val="tx1"/>
                </a:solidFill>
                <a:effectLst/>
                <a:latin typeface="+mn-lt"/>
                <a:ea typeface="+mn-ea"/>
                <a:cs typeface="+mn-cs"/>
              </a:rPr>
              <a:t>Instead of asking an agent to build an entire feature or application in a single conversation, a Ralph loop repeatedly runs the agent through this cycle.</a:t>
            </a:r>
          </a:p>
          <a:p>
            <a:endParaRPr lang="en-US" sz="1200" kern="1200" dirty="0">
              <a:solidFill>
                <a:schemeClr val="tx1"/>
              </a:solidFill>
              <a:effectLst/>
              <a:latin typeface="+mn-lt"/>
              <a:ea typeface="+mn-ea"/>
              <a:cs typeface="+mn-cs"/>
            </a:endParaRPr>
          </a:p>
          <a:p>
            <a:pPr marL="571500" lvl="0" indent="-571500">
              <a:buFont typeface="Arial" panose="020B0604020202020204" pitchFamily="34" charset="0"/>
              <a:buChar char="•"/>
            </a:pPr>
            <a:r>
              <a:rPr lang="en-US" sz="1200" dirty="0"/>
              <a:t>Read the project requirements/specification.</a:t>
            </a:r>
          </a:p>
          <a:p>
            <a:pPr marL="571500" lvl="0" indent="-571500">
              <a:buFont typeface="Arial" panose="020B0604020202020204" pitchFamily="34" charset="0"/>
              <a:buChar char="•"/>
            </a:pPr>
            <a:r>
              <a:rPr lang="en-US" sz="1200" dirty="0"/>
              <a:t>Select the next highest-priority task.</a:t>
            </a:r>
          </a:p>
          <a:p>
            <a:pPr marL="571500" lvl="0" indent="-571500">
              <a:buFont typeface="Arial" panose="020B0604020202020204" pitchFamily="34" charset="0"/>
              <a:buChar char="•"/>
            </a:pPr>
            <a:r>
              <a:rPr lang="en-US" sz="1200" dirty="0"/>
              <a:t>Implement the task.</a:t>
            </a:r>
          </a:p>
          <a:p>
            <a:pPr marL="571500" lvl="0" indent="-571500">
              <a:buFont typeface="Arial" panose="020B0604020202020204" pitchFamily="34" charset="0"/>
              <a:buChar char="•"/>
            </a:pPr>
            <a:r>
              <a:rPr lang="en-US" sz="1200" dirty="0"/>
              <a:t>Run tests, linting, or validation.</a:t>
            </a:r>
          </a:p>
          <a:p>
            <a:pPr marL="571500" lvl="0" indent="-571500">
              <a:buFont typeface="Arial" panose="020B0604020202020204" pitchFamily="34" charset="0"/>
              <a:buChar char="•"/>
            </a:pPr>
            <a:r>
              <a:rPr lang="en-US" sz="1200" dirty="0"/>
              <a:t>Record progress.</a:t>
            </a:r>
          </a:p>
          <a:p>
            <a:pPr marL="571500" lvl="0" indent="-571500">
              <a:buFont typeface="Arial" panose="020B0604020202020204" pitchFamily="34" charset="0"/>
              <a:buChar char="•"/>
            </a:pPr>
            <a:r>
              <a:rPr lang="en-US" sz="1200" dirty="0"/>
              <a:t>Commit the changes.</a:t>
            </a:r>
          </a:p>
          <a:p>
            <a:pPr marL="571500" lvl="0" indent="-571500">
              <a:buFont typeface="Arial" panose="020B0604020202020204" pitchFamily="34" charset="0"/>
              <a:buChar char="•"/>
            </a:pPr>
            <a:r>
              <a:rPr lang="en-US" sz="1200" dirty="0"/>
              <a:t>Exit and restart with fresh context.</a:t>
            </a:r>
          </a:p>
          <a:p>
            <a:pPr marL="571500" lvl="0" indent="-571500">
              <a:buFont typeface="Arial" panose="020B0604020202020204" pitchFamily="34" charset="0"/>
              <a:buChar char="•"/>
            </a:pPr>
            <a:r>
              <a:rPr lang="en-US" sz="1200" dirty="0"/>
              <a:t>Repeat until all tasks are complete.</a:t>
            </a:r>
            <a:endParaRPr lang="en-US" sz="1200" b="0" dirty="0"/>
          </a:p>
          <a:p>
            <a:endParaRPr lang="en-US"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kern="1200" dirty="0">
                <a:solidFill>
                  <a:schemeClr val="tx1"/>
                </a:solidFill>
                <a:effectLst/>
                <a:latin typeface="+mn-lt"/>
                <a:ea typeface="+mn-ea"/>
                <a:cs typeface="+mn-cs"/>
              </a:rPr>
              <a:t>A key characteristic is that each iteration starts with a fresh context window, and each iteration tackles one singular task or item in the spec. With the prompt inserted in every iteration to guide the agent through this process,  your job no longer becomes writing code or even prompting each code execution step but engineering the system by which the execution takes place independently. Your loop prompt controls and adds consistency to the process.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dirty="0"/>
          </a:p>
          <a:p>
            <a:r>
              <a:rPr lang="en-US" dirty="0"/>
              <a:t>“””</a:t>
            </a:r>
          </a:p>
          <a:p>
            <a:endParaRPr lang="en-US" dirty="0"/>
          </a:p>
          <a:p>
            <a:endParaRPr lang="en-US" dirty="0"/>
          </a:p>
          <a:p>
            <a:r>
              <a:rPr lang="en-US" dirty="0"/>
              <a:t>Framework for autonomy</a:t>
            </a:r>
          </a:p>
          <a:p>
            <a:r>
              <a:rPr lang="en-US" dirty="0"/>
              <a:t>constraining the behavior of what the agent is doing</a:t>
            </a:r>
          </a:p>
          <a:p>
            <a:endParaRPr lang="en-US" dirty="0"/>
          </a:p>
          <a:p>
            <a:r>
              <a:rPr lang="en-US" dirty="0"/>
              <a:t>current idea is loop engineering but talk about the basics (ralph loop)</a:t>
            </a:r>
          </a:p>
          <a:p>
            <a:r>
              <a:rPr lang="en-US" dirty="0"/>
              <a:t>looping on the same prompt over and over and agent is able to make progress by building on its previous progress</a:t>
            </a:r>
          </a:p>
          <a:p>
            <a:r>
              <a:rPr lang="en-US" dirty="0"/>
              <a:t>needs a memory system</a:t>
            </a:r>
          </a:p>
          <a:p>
            <a:r>
              <a:rPr lang="en-US" dirty="0"/>
              <a:t>needs a task tracking system</a:t>
            </a:r>
          </a:p>
          <a:p>
            <a:r>
              <a:rPr lang="en-US" dirty="0"/>
              <a:t>needs an order of behavior</a:t>
            </a:r>
          </a:p>
          <a:p>
            <a:endParaRPr lang="en-US" dirty="0"/>
          </a:p>
          <a:p>
            <a:r>
              <a:rPr lang="en-US" dirty="0" err="1"/>
              <a:t>ralphloop.sh</a:t>
            </a:r>
            <a:endParaRPr lang="en-US" dirty="0"/>
          </a:p>
          <a:p>
            <a:r>
              <a:rPr lang="en-US" dirty="0"/>
              <a:t>essentially creating a framework</a:t>
            </a:r>
          </a:p>
          <a:p>
            <a:r>
              <a:rPr lang="en-US" dirty="0"/>
              <a:t>way to do it in Bob—give people the option</a:t>
            </a:r>
          </a:p>
          <a:p>
            <a:r>
              <a:rPr lang="en-US" dirty="0"/>
              <a:t>also method to think about token efficiency by limiting scope</a:t>
            </a:r>
          </a:p>
          <a:p>
            <a:r>
              <a:rPr lang="en-US" dirty="0"/>
              <a:t>/loop ? /</a:t>
            </a:r>
            <a:r>
              <a:rPr lang="en-US" dirty="0" err="1"/>
              <a:t>ralphloop</a:t>
            </a:r>
            <a:r>
              <a:rPr lang="en-US" dirty="0"/>
              <a:t> ? with propel. basically reinserts a base prompt as it completes every task?</a:t>
            </a:r>
          </a:p>
          <a:p>
            <a:r>
              <a:rPr lang="en-US" dirty="0"/>
              <a:t>you should decide if you want Bob / AI to do that by itself through the </a:t>
            </a:r>
            <a:r>
              <a:rPr lang="en-US" dirty="0" err="1"/>
              <a:t>todo</a:t>
            </a:r>
            <a:r>
              <a:rPr lang="en-US" dirty="0"/>
              <a:t> function or how you want to modify that process. the engineering part is inserting consistency into the process</a:t>
            </a:r>
          </a:p>
          <a:p>
            <a:r>
              <a:rPr lang="en-US" dirty="0"/>
              <a:t>working with a probabilistic machine, want to insert / suggest some structure by adding your loop prompt</a:t>
            </a:r>
          </a:p>
        </p:txBody>
      </p:sp>
      <p:sp>
        <p:nvSpPr>
          <p:cNvPr id="4" name="Slide Number Placeholder 3"/>
          <p:cNvSpPr>
            <a:spLocks noGrp="1"/>
          </p:cNvSpPr>
          <p:nvPr>
            <p:ph type="sldNum" sz="quarter" idx="5"/>
          </p:nvPr>
        </p:nvSpPr>
        <p:spPr/>
        <p:txBody>
          <a:bodyPr/>
          <a:lstStyle/>
          <a:p>
            <a:fld id="{4FBA0CA4-DCD3-BC41-93FC-1B18DBEF5D82}" type="slidenum">
              <a:rPr lang="en-US" smtClean="0"/>
              <a:t>38</a:t>
            </a:fld>
            <a:endParaRPr lang="en-US"/>
          </a:p>
        </p:txBody>
      </p:sp>
    </p:spTree>
    <p:extLst>
      <p:ext uri="{BB962C8B-B14F-4D97-AF65-F5344CB8AC3E}">
        <p14:creationId xmlns:p14="http://schemas.microsoft.com/office/powerpoint/2010/main" val="7609438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0DFDE-F2B4-3A38-05C6-843123B9A6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DD16AB-6D62-AD19-F64F-F067416FE5A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4C3162-9485-52E1-FA4F-C5F7F95A5FCF}"/>
              </a:ext>
            </a:extLst>
          </p:cNvPr>
          <p:cNvSpPr>
            <a:spLocks noGrp="1"/>
          </p:cNvSpPr>
          <p:nvPr>
            <p:ph type="body" idx="1"/>
          </p:nvPr>
        </p:nvSpPr>
        <p:spPr/>
        <p:txBody>
          <a:bodyPr/>
          <a:lstStyle/>
          <a:p>
            <a:r>
              <a:rPr lang="en-US" dirty="0"/>
              <a:t>Tweaking the spec midway through will likely mess up Bob</a:t>
            </a:r>
          </a:p>
          <a:p>
            <a:r>
              <a:rPr lang="en-US" dirty="0"/>
              <a:t>If your spec isn’t good enough, you might have to start over from the planning phase--use git to reset</a:t>
            </a:r>
          </a:p>
          <a:p>
            <a:endParaRPr lang="en-US" dirty="0"/>
          </a:p>
          <a:p>
            <a:r>
              <a:rPr lang="en-US" dirty="0"/>
              <a:t>You can terminate an implementation midway through if you see it going off the rails, and then change the spec, or you can wait until the implementation is done, and then give it a new spec to restart.</a:t>
            </a:r>
          </a:p>
        </p:txBody>
      </p:sp>
      <p:sp>
        <p:nvSpPr>
          <p:cNvPr id="4" name="Slide Number Placeholder 3">
            <a:extLst>
              <a:ext uri="{FF2B5EF4-FFF2-40B4-BE49-F238E27FC236}">
                <a16:creationId xmlns:a16="http://schemas.microsoft.com/office/drawing/2014/main" id="{BE7B40ED-9056-58E4-878F-4363D9B3FA73}"/>
              </a:ext>
            </a:extLst>
          </p:cNvPr>
          <p:cNvSpPr>
            <a:spLocks noGrp="1"/>
          </p:cNvSpPr>
          <p:nvPr>
            <p:ph type="sldNum" sz="quarter" idx="5"/>
          </p:nvPr>
        </p:nvSpPr>
        <p:spPr/>
        <p:txBody>
          <a:bodyPr/>
          <a:lstStyle/>
          <a:p>
            <a:fld id="{4FBA0CA4-DCD3-BC41-93FC-1B18DBEF5D82}" type="slidenum">
              <a:rPr lang="en-US" smtClean="0"/>
              <a:t>39</a:t>
            </a:fld>
            <a:endParaRPr lang="en-US"/>
          </a:p>
        </p:txBody>
      </p:sp>
    </p:spTree>
    <p:extLst>
      <p:ext uri="{BB962C8B-B14F-4D97-AF65-F5344CB8AC3E}">
        <p14:creationId xmlns:p14="http://schemas.microsoft.com/office/powerpoint/2010/main" val="251639849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A9EB7-0336-C494-DEB7-9279044153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08B69-DD91-7C23-87ED-C626B35172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E78946-3DA9-9592-122A-7365F8EC99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Agent autonomy is highest at this stage; Little/no human ownership at this stage means greater levels of validation in the following stage </a:t>
            </a:r>
          </a:p>
        </p:txBody>
      </p:sp>
      <p:sp>
        <p:nvSpPr>
          <p:cNvPr id="4" name="Slide Number Placeholder 3">
            <a:extLst>
              <a:ext uri="{FF2B5EF4-FFF2-40B4-BE49-F238E27FC236}">
                <a16:creationId xmlns:a16="http://schemas.microsoft.com/office/drawing/2014/main" id="{01905E42-D15E-8FA8-827E-BBA0F524F217}"/>
              </a:ext>
            </a:extLst>
          </p:cNvPr>
          <p:cNvSpPr>
            <a:spLocks noGrp="1"/>
          </p:cNvSpPr>
          <p:nvPr>
            <p:ph type="sldNum" sz="quarter" idx="5"/>
          </p:nvPr>
        </p:nvSpPr>
        <p:spPr/>
        <p:txBody>
          <a:bodyPr/>
          <a:lstStyle/>
          <a:p>
            <a:fld id="{4FBA0CA4-DCD3-BC41-93FC-1B18DBEF5D82}" type="slidenum">
              <a:rPr lang="en-US" smtClean="0"/>
              <a:t>40</a:t>
            </a:fld>
            <a:endParaRPr lang="en-US"/>
          </a:p>
        </p:txBody>
      </p:sp>
    </p:spTree>
    <p:extLst>
      <p:ext uri="{BB962C8B-B14F-4D97-AF65-F5344CB8AC3E}">
        <p14:creationId xmlns:p14="http://schemas.microsoft.com/office/powerpoint/2010/main" val="234836852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6F5D-A5EF-79A4-DD52-558D47F3D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0B8C0A-F06C-CF04-22E5-FC34F4EAA6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CB1750-BADB-4B31-010A-995D5C36B1D8}"/>
              </a:ext>
            </a:extLst>
          </p:cNvPr>
          <p:cNvSpPr>
            <a:spLocks noGrp="1"/>
          </p:cNvSpPr>
          <p:nvPr>
            <p:ph type="body" idx="1"/>
          </p:nvPr>
        </p:nvSpPr>
        <p:spPr/>
        <p:txBody>
          <a:bodyPr/>
          <a:lstStyle/>
          <a:p>
            <a:r>
              <a:rPr lang="en-US" b="1" dirty="0"/>
              <a:t>Purpose</a:t>
            </a:r>
            <a:r>
              <a:rPr lang="en-US" dirty="0"/>
              <a:t>: Verifying AI‑assisted output against technical, organizational, and risk‑based standards before code is considered complete</a:t>
            </a:r>
          </a:p>
          <a:p>
            <a:endParaRPr lang="en-US" dirty="0"/>
          </a:p>
          <a:p>
            <a:r>
              <a:rPr lang="en-US" dirty="0"/>
              <a:t>“””</a:t>
            </a:r>
          </a:p>
          <a:p>
            <a:r>
              <a:rPr lang="en-US" dirty="0"/>
              <a:t>This is the point to review the code and test your output. We did all that work to attempt to make this phase as manageable as possible; now it’s time to see how it paid off.</a:t>
            </a:r>
          </a:p>
          <a:p>
            <a:r>
              <a:rPr lang="en-US" dirty="0"/>
              <a:t>“””</a:t>
            </a:r>
          </a:p>
        </p:txBody>
      </p:sp>
      <p:sp>
        <p:nvSpPr>
          <p:cNvPr id="4" name="Slide Number Placeholder 3">
            <a:extLst>
              <a:ext uri="{FF2B5EF4-FFF2-40B4-BE49-F238E27FC236}">
                <a16:creationId xmlns:a16="http://schemas.microsoft.com/office/drawing/2014/main" id="{58858A4D-80E1-FE94-A588-568748BBE6F6}"/>
              </a:ext>
            </a:extLst>
          </p:cNvPr>
          <p:cNvSpPr>
            <a:spLocks noGrp="1"/>
          </p:cNvSpPr>
          <p:nvPr>
            <p:ph type="sldNum" sz="quarter" idx="5"/>
          </p:nvPr>
        </p:nvSpPr>
        <p:spPr/>
        <p:txBody>
          <a:bodyPr/>
          <a:lstStyle/>
          <a:p>
            <a:fld id="{4FBA0CA4-DCD3-BC41-93FC-1B18DBEF5D82}" type="slidenum">
              <a:rPr lang="en-US" smtClean="0"/>
              <a:t>42</a:t>
            </a:fld>
            <a:endParaRPr lang="en-US"/>
          </a:p>
        </p:txBody>
      </p:sp>
    </p:spTree>
    <p:extLst>
      <p:ext uri="{BB962C8B-B14F-4D97-AF65-F5344CB8AC3E}">
        <p14:creationId xmlns:p14="http://schemas.microsoft.com/office/powerpoint/2010/main" val="217435922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BE7DE-3A92-7CBA-01D4-11FE9C8793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F1219B-8993-B990-1E99-801E086C61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3A5DA6-AE6D-7A43-D18F-D53A6C7DA80C}"/>
              </a:ext>
            </a:extLst>
          </p:cNvPr>
          <p:cNvSpPr>
            <a:spLocks noGrp="1"/>
          </p:cNvSpPr>
          <p:nvPr>
            <p:ph type="body" idx="1"/>
          </p:nvPr>
        </p:nvSpPr>
        <p:spPr/>
        <p:txBody>
          <a:bodyPr/>
          <a:lstStyle/>
          <a:p>
            <a:pPr lvl="0"/>
            <a:r>
              <a:rPr lang="en-US" dirty="0"/>
              <a:t>structural—implementation method was not right</a:t>
            </a:r>
          </a:p>
          <a:p>
            <a:pPr lvl="0"/>
            <a:r>
              <a:rPr lang="en-US" dirty="0"/>
              <a:t>content—written but not working or not modularized or overengineered or no consistency</a:t>
            </a:r>
          </a:p>
          <a:p>
            <a:pPr lvl="0"/>
            <a:r>
              <a:rPr lang="en-US" dirty="0"/>
              <a:t>stylistic &amp; tightness—working, but maybe there were unused structs or functions. in need of cleaning up</a:t>
            </a:r>
          </a:p>
          <a:p>
            <a:pPr lvl="0"/>
            <a:endParaRPr lang="en-US" dirty="0"/>
          </a:p>
          <a:p>
            <a:r>
              <a:rPr lang="en-US" dirty="0"/>
              <a:t>tendencies of LLM code:</a:t>
            </a:r>
          </a:p>
          <a:p>
            <a:r>
              <a:rPr lang="en-US" dirty="0"/>
              <a:t>dead code</a:t>
            </a:r>
          </a:p>
          <a:p>
            <a:r>
              <a:rPr lang="en-US" dirty="0"/>
              <a:t>incomplete abstractions</a:t>
            </a:r>
          </a:p>
          <a:p>
            <a:r>
              <a:rPr lang="en-US" dirty="0"/>
              <a:t>using outdated versions of libraries (b/c of pretraining)</a:t>
            </a:r>
          </a:p>
          <a:p>
            <a:r>
              <a:rPr lang="en-US" dirty="0"/>
              <a:t>not catching edge cases</a:t>
            </a:r>
          </a:p>
          <a:p>
            <a:r>
              <a:rPr lang="en-US" dirty="0"/>
              <a:t>being "lazy" - choosing to produce less code instead of correct code</a:t>
            </a:r>
          </a:p>
          <a:p>
            <a:r>
              <a:rPr lang="en-US" dirty="0"/>
              <a:t>hardcoding</a:t>
            </a:r>
          </a:p>
          <a:p>
            <a:r>
              <a:rPr lang="en-US" dirty="0"/>
              <a:t>missing the forest for the trees - locally correct, globally wrong</a:t>
            </a:r>
          </a:p>
          <a:p>
            <a:r>
              <a:rPr lang="en-US" dirty="0"/>
              <a:t>attempting implementation before testing hypotheses</a:t>
            </a:r>
          </a:p>
          <a:p>
            <a:endParaRPr lang="en-US" dirty="0"/>
          </a:p>
          <a:p>
            <a:r>
              <a:rPr lang="en-US" dirty="0"/>
              <a:t>same kinds of issues you’d see in a junior developer</a:t>
            </a:r>
          </a:p>
        </p:txBody>
      </p:sp>
      <p:sp>
        <p:nvSpPr>
          <p:cNvPr id="4" name="Slide Number Placeholder 3">
            <a:extLst>
              <a:ext uri="{FF2B5EF4-FFF2-40B4-BE49-F238E27FC236}">
                <a16:creationId xmlns:a16="http://schemas.microsoft.com/office/drawing/2014/main" id="{4680AA9A-7D5C-F7CF-E27E-2A2A593C58DC}"/>
              </a:ext>
            </a:extLst>
          </p:cNvPr>
          <p:cNvSpPr>
            <a:spLocks noGrp="1"/>
          </p:cNvSpPr>
          <p:nvPr>
            <p:ph type="sldNum" sz="quarter" idx="5"/>
          </p:nvPr>
        </p:nvSpPr>
        <p:spPr/>
        <p:txBody>
          <a:bodyPr/>
          <a:lstStyle/>
          <a:p>
            <a:fld id="{4FBA0CA4-DCD3-BC41-93FC-1B18DBEF5D82}" type="slidenum">
              <a:rPr lang="en-US" smtClean="0"/>
              <a:t>43</a:t>
            </a:fld>
            <a:endParaRPr lang="en-US"/>
          </a:p>
        </p:txBody>
      </p:sp>
    </p:spTree>
    <p:extLst>
      <p:ext uri="{BB962C8B-B14F-4D97-AF65-F5344CB8AC3E}">
        <p14:creationId xmlns:p14="http://schemas.microsoft.com/office/powerpoint/2010/main" val="16677963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2C35C7-5144-2052-87F9-8D50CE9DDD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4AC6CD-34B5-7DE5-003C-07A1D64BEB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2A95D4-85B9-105B-0D25-BDEC475CD4E8}"/>
              </a:ext>
            </a:extLst>
          </p:cNvPr>
          <p:cNvSpPr>
            <a:spLocks noGrp="1"/>
          </p:cNvSpPr>
          <p:nvPr>
            <p:ph type="body" idx="1"/>
          </p:nvPr>
        </p:nvSpPr>
        <p:spPr/>
        <p:txBody>
          <a:bodyPr/>
          <a:lstStyle/>
          <a:p>
            <a:r>
              <a:rPr lang="en-US" dirty="0"/>
              <a:t>When to use human review vs. AI review: Adapting existing team-level and org-level review protocols (instead of/in lieu of universal rules)</a:t>
            </a:r>
          </a:p>
          <a:p>
            <a:endParaRPr lang="en-US" dirty="0"/>
          </a:p>
          <a:p>
            <a:r>
              <a:rPr lang="en-US" dirty="0"/>
              <a:t>Some smaller parts of code you might just want to do by yourself, some larger amounts of changes would benefit from more assistance</a:t>
            </a:r>
          </a:p>
          <a:p>
            <a:endParaRPr lang="en-US" dirty="0"/>
          </a:p>
          <a:p>
            <a:endParaRPr lang="en-US" dirty="0"/>
          </a:p>
        </p:txBody>
      </p:sp>
      <p:sp>
        <p:nvSpPr>
          <p:cNvPr id="4" name="Slide Number Placeholder 3">
            <a:extLst>
              <a:ext uri="{FF2B5EF4-FFF2-40B4-BE49-F238E27FC236}">
                <a16:creationId xmlns:a16="http://schemas.microsoft.com/office/drawing/2014/main" id="{6F01E78E-55AC-4AE2-E483-521D8FF39049}"/>
              </a:ext>
            </a:extLst>
          </p:cNvPr>
          <p:cNvSpPr>
            <a:spLocks noGrp="1"/>
          </p:cNvSpPr>
          <p:nvPr>
            <p:ph type="sldNum" sz="quarter" idx="5"/>
          </p:nvPr>
        </p:nvSpPr>
        <p:spPr/>
        <p:txBody>
          <a:bodyPr/>
          <a:lstStyle/>
          <a:p>
            <a:fld id="{4FBA0CA4-DCD3-BC41-93FC-1B18DBEF5D82}" type="slidenum">
              <a:rPr lang="en-US" smtClean="0"/>
              <a:t>44</a:t>
            </a:fld>
            <a:endParaRPr lang="en-US"/>
          </a:p>
        </p:txBody>
      </p:sp>
    </p:spTree>
    <p:extLst>
      <p:ext uri="{BB962C8B-B14F-4D97-AF65-F5344CB8AC3E}">
        <p14:creationId xmlns:p14="http://schemas.microsoft.com/office/powerpoint/2010/main" val="252693207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Review Ouroboros</a:t>
            </a:r>
          </a:p>
          <a:p>
            <a:r>
              <a:rPr lang="en-US" dirty="0"/>
              <a:t>Assessing risk in AI-generated and AI-reviewed code: Blast radius and Use case sensitivity</a:t>
            </a:r>
          </a:p>
          <a:p>
            <a:endParaRPr lang="en-US" dirty="0"/>
          </a:p>
          <a:p>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When AI writes the code and AI reviews the code, you risk creating a closed loop where the same assumptions, blind spots, and mistakes reinforce each other. Having the same AI complete your entire loop can result in code that appears correct, passes automated review, and still contains architectural flaws, missing requirements, or subtle risks.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importance of these risks will be based on your use case. Some applications tolerate occasional mistakes. Others require a much higher standard of correctness. The more sensitive the use case, the less we should rely solely on AI generation and AI review.</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endParaRPr lang="en-US" dirty="0"/>
          </a:p>
          <a:p>
            <a:r>
              <a:rPr lang="en-US" dirty="0"/>
              <a:t>“””</a:t>
            </a:r>
          </a:p>
        </p:txBody>
      </p:sp>
      <p:sp>
        <p:nvSpPr>
          <p:cNvPr id="4" name="Slide Number Placeholder 3"/>
          <p:cNvSpPr>
            <a:spLocks noGrp="1"/>
          </p:cNvSpPr>
          <p:nvPr>
            <p:ph type="sldNum" sz="quarter" idx="5"/>
          </p:nvPr>
        </p:nvSpPr>
        <p:spPr/>
        <p:txBody>
          <a:bodyPr/>
          <a:lstStyle/>
          <a:p>
            <a:fld id="{4FBA0CA4-DCD3-BC41-93FC-1B18DBEF5D82}" type="slidenum">
              <a:rPr lang="en-US" smtClean="0"/>
              <a:t>45</a:t>
            </a:fld>
            <a:endParaRPr lang="en-US"/>
          </a:p>
        </p:txBody>
      </p:sp>
    </p:spTree>
    <p:extLst>
      <p:ext uri="{BB962C8B-B14F-4D97-AF65-F5344CB8AC3E}">
        <p14:creationId xmlns:p14="http://schemas.microsoft.com/office/powerpoint/2010/main" val="362083694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BCAA6-7C0B-C155-9216-29A19E1867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9E266B-570E-EA46-2ED4-6E8F4DA8DAF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C21A84-592B-7242-0337-50DAE46D76AB}"/>
              </a:ext>
            </a:extLst>
          </p:cNvPr>
          <p:cNvSpPr>
            <a:spLocks noGrp="1"/>
          </p:cNvSpPr>
          <p:nvPr>
            <p:ph type="body" idx="1"/>
          </p:nvPr>
        </p:nvSpPr>
        <p:spPr/>
        <p:txBody>
          <a:bodyPr/>
          <a:lstStyle/>
          <a:p>
            <a:r>
              <a:rPr lang="en-US" dirty="0"/>
              <a:t>Using AI as an assistant in the review process</a:t>
            </a:r>
          </a:p>
        </p:txBody>
      </p:sp>
      <p:sp>
        <p:nvSpPr>
          <p:cNvPr id="4" name="Slide Number Placeholder 3">
            <a:extLst>
              <a:ext uri="{FF2B5EF4-FFF2-40B4-BE49-F238E27FC236}">
                <a16:creationId xmlns:a16="http://schemas.microsoft.com/office/drawing/2014/main" id="{E7C42DEF-1A37-CCFB-2979-639386D0B005}"/>
              </a:ext>
            </a:extLst>
          </p:cNvPr>
          <p:cNvSpPr>
            <a:spLocks noGrp="1"/>
          </p:cNvSpPr>
          <p:nvPr>
            <p:ph type="sldNum" sz="quarter" idx="5"/>
          </p:nvPr>
        </p:nvSpPr>
        <p:spPr/>
        <p:txBody>
          <a:bodyPr/>
          <a:lstStyle/>
          <a:p>
            <a:fld id="{4FBA0CA4-DCD3-BC41-93FC-1B18DBEF5D82}" type="slidenum">
              <a:rPr lang="en-US" smtClean="0"/>
              <a:t>46</a:t>
            </a:fld>
            <a:endParaRPr lang="en-US"/>
          </a:p>
        </p:txBody>
      </p:sp>
    </p:spTree>
    <p:extLst>
      <p:ext uri="{BB962C8B-B14F-4D97-AF65-F5344CB8AC3E}">
        <p14:creationId xmlns:p14="http://schemas.microsoft.com/office/powerpoint/2010/main" val="6170307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FBA0CA4-DCD3-BC41-93FC-1B18DBEF5D82}" type="slidenum">
              <a:rPr lang="en-US" smtClean="0"/>
              <a:t>47</a:t>
            </a:fld>
            <a:endParaRPr lang="en-US"/>
          </a:p>
        </p:txBody>
      </p:sp>
    </p:spTree>
    <p:extLst>
      <p:ext uri="{BB962C8B-B14F-4D97-AF65-F5344CB8AC3E}">
        <p14:creationId xmlns:p14="http://schemas.microsoft.com/office/powerpoint/2010/main" val="339823293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imagery">
    <p:spTree>
      <p:nvGrpSpPr>
        <p:cNvPr id="1" name=""/>
        <p:cNvGrpSpPr/>
        <p:nvPr/>
      </p:nvGrpSpPr>
      <p:grpSpPr>
        <a:xfrm>
          <a:off x="0" y="0"/>
          <a:ext cx="0" cy="0"/>
          <a:chOff x="0" y="0"/>
          <a:chExt cx="0" cy="0"/>
        </a:xfrm>
      </p:grpSpPr>
      <p:sp>
        <p:nvSpPr>
          <p:cNvPr id="5" name="Picture Placeholder 4" descr="Place imagery here">
            <a:extLst>
              <a:ext uri="{FF2B5EF4-FFF2-40B4-BE49-F238E27FC236}">
                <a16:creationId xmlns:a16="http://schemas.microsoft.com/office/drawing/2014/main" id="{EA7055A2-0B5C-73F2-C2DB-FC7245A7AB38}"/>
              </a:ext>
            </a:extLst>
          </p:cNvPr>
          <p:cNvSpPr>
            <a:spLocks noGrp="1"/>
          </p:cNvSpPr>
          <p:nvPr>
            <p:ph type="pic" sz="quarter" idx="11" hasCustomPrompt="1"/>
          </p:nvPr>
        </p:nvSpPr>
        <p:spPr>
          <a:xfrm>
            <a:off x="0" y="0"/>
            <a:ext cx="12192000" cy="6097588"/>
          </a:xfrm>
          <a:solidFill>
            <a:srgbClr val="E0E0E0"/>
          </a:solidFill>
        </p:spPr>
        <p:txBody>
          <a:bodyPr anchor="ctr"/>
          <a:lstStyle>
            <a:lvl1pPr algn="ctr">
              <a:defRPr>
                <a:solidFill>
                  <a:schemeClr val="accent5"/>
                </a:solidFill>
              </a:defRPr>
            </a:lvl1pPr>
          </a:lstStyle>
          <a:p>
            <a:r>
              <a:rPr lang="en-US"/>
              <a:t>Place imagery here</a:t>
            </a:r>
          </a:p>
        </p:txBody>
      </p:sp>
      <p:sp>
        <p:nvSpPr>
          <p:cNvPr id="7" name="Text Placeholder 6">
            <a:extLst>
              <a:ext uri="{FF2B5EF4-FFF2-40B4-BE49-F238E27FC236}">
                <a16:creationId xmlns:a16="http://schemas.microsoft.com/office/drawing/2014/main" id="{D404A9AD-5866-6BA4-C928-31A5F88EF1E5}"/>
              </a:ext>
            </a:extLst>
          </p:cNvPr>
          <p:cNvSpPr>
            <a:spLocks noGrp="1"/>
          </p:cNvSpPr>
          <p:nvPr>
            <p:ph type="body" sz="quarter" idx="12"/>
          </p:nvPr>
        </p:nvSpPr>
        <p:spPr>
          <a:xfrm>
            <a:off x="287963" y="6083300"/>
            <a:ext cx="2470906" cy="537147"/>
          </a:xfrm>
        </p:spPr>
        <p:txBody>
          <a:bodyPr anchor="b"/>
          <a:lstStyle>
            <a:lvl1pPr>
              <a:lnSpc>
                <a:spcPct val="110000"/>
              </a:lnSpc>
              <a:spcBef>
                <a:spcPts val="0"/>
              </a:spcBef>
              <a:defRPr sz="1200">
                <a:solidFill>
                  <a:schemeClr val="tx1"/>
                </a:solidFill>
              </a:defRPr>
            </a:lvl1pPr>
            <a:lvl2pPr marL="127990" indent="-127990">
              <a:lnSpc>
                <a:spcPct val="110000"/>
              </a:lnSpc>
              <a:spcBef>
                <a:spcPts val="0"/>
              </a:spcBef>
              <a:defRPr sz="1200">
                <a:solidFill>
                  <a:schemeClr val="tx1"/>
                </a:solidFill>
              </a:defRPr>
            </a:lvl2pPr>
            <a:lvl3pPr marL="255981" indent="-127990">
              <a:lnSpc>
                <a:spcPct val="110000"/>
              </a:lnSpc>
              <a:spcBef>
                <a:spcPts val="0"/>
              </a:spcBef>
              <a:defRPr sz="1200">
                <a:solidFill>
                  <a:schemeClr val="tx1"/>
                </a:solidFill>
              </a:defRPr>
            </a:lvl3pPr>
            <a:lvl4pPr marL="383971" indent="-127990">
              <a:lnSpc>
                <a:spcPct val="110000"/>
              </a:lnSpc>
              <a:spcBef>
                <a:spcPts val="0"/>
              </a:spcBef>
              <a:defRPr sz="12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5">
            <a:extLst>
              <a:ext uri="{FF2B5EF4-FFF2-40B4-BE49-F238E27FC236}">
                <a16:creationId xmlns:a16="http://schemas.microsoft.com/office/drawing/2014/main" id="{7D4A8A02-E5FB-018D-1574-2015680C3A07}"/>
              </a:ext>
            </a:extLst>
          </p:cNvPr>
          <p:cNvSpPr>
            <a:spLocks noGrp="1"/>
          </p:cNvSpPr>
          <p:nvPr>
            <p:ph type="body" sz="quarter" idx="13"/>
          </p:nvPr>
        </p:nvSpPr>
        <p:spPr>
          <a:xfrm>
            <a:off x="3335316" y="6083300"/>
            <a:ext cx="2473384" cy="538507"/>
          </a:xfrm>
        </p:spPr>
        <p:txBody>
          <a:bodyPr anchor="b"/>
          <a:lstStyle>
            <a:lvl1pPr>
              <a:lnSpc>
                <a:spcPct val="110000"/>
              </a:lnSpc>
              <a:spcBef>
                <a:spcPts val="0"/>
              </a:spcBef>
              <a:defRPr sz="1200">
                <a:solidFill>
                  <a:schemeClr val="tx1"/>
                </a:solidFill>
              </a:defRPr>
            </a:lvl1pPr>
            <a:lvl2pPr marL="127990" indent="-127990">
              <a:lnSpc>
                <a:spcPct val="110000"/>
              </a:lnSpc>
              <a:spcBef>
                <a:spcPts val="0"/>
              </a:spcBef>
              <a:defRPr sz="1200">
                <a:solidFill>
                  <a:schemeClr val="tx1"/>
                </a:solidFill>
              </a:defRPr>
            </a:lvl2pPr>
            <a:lvl3pPr marL="255981" indent="-127990">
              <a:lnSpc>
                <a:spcPct val="110000"/>
              </a:lnSpc>
              <a:spcBef>
                <a:spcPts val="0"/>
              </a:spcBef>
              <a:defRPr sz="1200">
                <a:solidFill>
                  <a:schemeClr val="tx1"/>
                </a:solidFill>
              </a:defRPr>
            </a:lvl3pPr>
            <a:lvl4pPr marL="383971" indent="-127990">
              <a:lnSpc>
                <a:spcPct val="110000"/>
              </a:lnSpc>
              <a:spcBef>
                <a:spcPts val="0"/>
              </a:spcBef>
              <a:defRPr sz="12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pic>
        <p:nvPicPr>
          <p:cNvPr id="4" name="Picture 3" descr="IBM 8-bar logo">
            <a:extLst>
              <a:ext uri="{FF2B5EF4-FFF2-40B4-BE49-F238E27FC236}">
                <a16:creationId xmlns:a16="http://schemas.microsoft.com/office/drawing/2014/main" id="{09935B61-CCB4-2F0F-6720-2DE3FDE1A05B}"/>
              </a:ext>
            </a:extLst>
          </p:cNvPr>
          <p:cNvPicPr>
            <a:picLocks noChangeAspect="1"/>
          </p:cNvPicPr>
          <p:nvPr userDrawn="1"/>
        </p:nvPicPr>
        <p:blipFill>
          <a:blip r:embed="rId2"/>
          <a:stretch>
            <a:fillRect/>
          </a:stretch>
        </p:blipFill>
        <p:spPr>
          <a:xfrm>
            <a:off x="11185445" y="6288882"/>
            <a:ext cx="769062" cy="286200"/>
          </a:xfrm>
          <a:prstGeom prst="rect">
            <a:avLst/>
          </a:prstGeom>
        </p:spPr>
      </p:pic>
      <p:sp>
        <p:nvSpPr>
          <p:cNvPr id="10" name="Title 1">
            <a:extLst>
              <a:ext uri="{FF2B5EF4-FFF2-40B4-BE49-F238E27FC236}">
                <a16:creationId xmlns:a16="http://schemas.microsoft.com/office/drawing/2014/main" id="{3F3BE6BB-D7C0-3C9B-44F9-5D564E48D8B6}"/>
              </a:ext>
            </a:extLst>
          </p:cNvPr>
          <p:cNvSpPr>
            <a:spLocks noGrp="1"/>
          </p:cNvSpPr>
          <p:nvPr>
            <p:ph type="title"/>
          </p:nvPr>
        </p:nvSpPr>
        <p:spPr>
          <a:xfrm>
            <a:off x="287963" y="155575"/>
            <a:ext cx="5049878" cy="3654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1414543341"/>
      </p:ext>
    </p:extLst>
  </p:cSld>
  <p:clrMapOvr>
    <a:masterClrMapping/>
  </p:clrMapOvr>
  <p:transition spd="med"/>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cyan">
    <p:spTree>
      <p:nvGrpSpPr>
        <p:cNvPr id="1" name=""/>
        <p:cNvGrpSpPr/>
        <p:nvPr/>
      </p:nvGrpSpPr>
      <p:grpSpPr>
        <a:xfrm>
          <a:off x="0" y="0"/>
          <a:ext cx="0" cy="0"/>
          <a:chOff x="0" y="0"/>
          <a:chExt cx="0" cy="0"/>
        </a:xfrm>
      </p:grpSpPr>
      <p:sp>
        <p:nvSpPr>
          <p:cNvPr id="3" name="Rectangle 2" descr="Blue 10 full slide background ">
            <a:extLst>
              <a:ext uri="{FF2B5EF4-FFF2-40B4-BE49-F238E27FC236}">
                <a16:creationId xmlns:a16="http://schemas.microsoft.com/office/drawing/2014/main" id="{8D23798D-A03E-2BC6-136A-14C1E387E723}"/>
              </a:ext>
            </a:extLst>
          </p:cNvPr>
          <p:cNvSpPr/>
          <p:nvPr userDrawn="1"/>
        </p:nvSpPr>
        <p:spPr bwMode="auto">
          <a:xfrm>
            <a:off x="0" y="0"/>
            <a:ext cx="12192000" cy="6097588"/>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45714" tIns="45714" rIns="45714" bIns="45714" numCol="1" rtlCol="0" anchor="t" anchorCtr="0" compatLnSpc="1">
            <a:prstTxWarp prst="textNoShape">
              <a:avLst/>
            </a:prstTxWarp>
          </a:bodyPr>
          <a:lstStyle/>
          <a:p>
            <a:pPr marL="0" marR="0" indent="0" algn="l" defTabSz="457109" rtl="0" eaLnBrk="1" fontAlgn="base" latinLnBrk="0" hangingPunct="1">
              <a:lnSpc>
                <a:spcPct val="100000"/>
              </a:lnSpc>
              <a:spcBef>
                <a:spcPct val="0"/>
              </a:spcBef>
              <a:spcAft>
                <a:spcPct val="0"/>
              </a:spcAft>
              <a:buClrTx/>
              <a:buSzTx/>
              <a:buFont typeface="IBM Plex Sans Light"/>
              <a:buNone/>
              <a:tabLst/>
            </a:pPr>
            <a:endParaRPr kumimoji="0" lang="en-US" sz="700" b="0" i="0" u="none" strike="noStrike" cap="none" normalizeH="0" baseline="0">
              <a:ln>
                <a:noFill/>
              </a:ln>
              <a:solidFill>
                <a:schemeClr val="bg1"/>
              </a:solidFill>
              <a:effectLst/>
              <a:latin typeface="+mn-lt"/>
            </a:endParaRPr>
          </a:p>
        </p:txBody>
      </p:sp>
      <p:pic>
        <p:nvPicPr>
          <p:cNvPr id="7" name="Picture 6" descr="IBM 8-bar logo">
            <a:extLst>
              <a:ext uri="{FF2B5EF4-FFF2-40B4-BE49-F238E27FC236}">
                <a16:creationId xmlns:a16="http://schemas.microsoft.com/office/drawing/2014/main" id="{B4B109D8-FCAE-74D0-0B39-85BF626C84C5}"/>
              </a:ext>
            </a:extLst>
          </p:cNvPr>
          <p:cNvPicPr>
            <a:picLocks noChangeAspect="1"/>
          </p:cNvPicPr>
          <p:nvPr userDrawn="1"/>
        </p:nvPicPr>
        <p:blipFill>
          <a:blip r:embed="rId2"/>
          <a:stretch>
            <a:fillRect/>
          </a:stretch>
        </p:blipFill>
        <p:spPr>
          <a:xfrm>
            <a:off x="11185445" y="6288882"/>
            <a:ext cx="769062" cy="286200"/>
          </a:xfrm>
          <a:prstGeom prst="rect">
            <a:avLst/>
          </a:prstGeom>
        </p:spPr>
      </p:pic>
      <p:sp>
        <p:nvSpPr>
          <p:cNvPr id="8" name="Text Placeholder 6">
            <a:extLst>
              <a:ext uri="{FF2B5EF4-FFF2-40B4-BE49-F238E27FC236}">
                <a16:creationId xmlns:a16="http://schemas.microsoft.com/office/drawing/2014/main" id="{A9FACBA3-656A-1C9D-A350-7759736DCC4B}"/>
              </a:ext>
            </a:extLst>
          </p:cNvPr>
          <p:cNvSpPr>
            <a:spLocks noGrp="1"/>
          </p:cNvSpPr>
          <p:nvPr>
            <p:ph type="body" sz="quarter" idx="12"/>
          </p:nvPr>
        </p:nvSpPr>
        <p:spPr>
          <a:xfrm>
            <a:off x="287963" y="6083300"/>
            <a:ext cx="2470906" cy="537147"/>
          </a:xfrm>
        </p:spPr>
        <p:txBody>
          <a:bodyPr anchor="b"/>
          <a:lstStyle>
            <a:lvl1pPr>
              <a:lnSpc>
                <a:spcPct val="110000"/>
              </a:lnSpc>
              <a:spcBef>
                <a:spcPts val="0"/>
              </a:spcBef>
              <a:defRPr sz="1200">
                <a:solidFill>
                  <a:schemeClr val="tx1"/>
                </a:solidFill>
              </a:defRPr>
            </a:lvl1pPr>
            <a:lvl2pPr marL="127990" indent="-127990">
              <a:lnSpc>
                <a:spcPct val="110000"/>
              </a:lnSpc>
              <a:spcBef>
                <a:spcPts val="0"/>
              </a:spcBef>
              <a:defRPr sz="1200">
                <a:solidFill>
                  <a:schemeClr val="tx1"/>
                </a:solidFill>
              </a:defRPr>
            </a:lvl2pPr>
            <a:lvl3pPr marL="255981" indent="-127990">
              <a:lnSpc>
                <a:spcPct val="110000"/>
              </a:lnSpc>
              <a:spcBef>
                <a:spcPts val="0"/>
              </a:spcBef>
              <a:defRPr sz="1200">
                <a:solidFill>
                  <a:schemeClr val="tx1"/>
                </a:solidFill>
              </a:defRPr>
            </a:lvl3pPr>
            <a:lvl4pPr marL="383971" indent="-127990">
              <a:lnSpc>
                <a:spcPct val="110000"/>
              </a:lnSpc>
              <a:spcBef>
                <a:spcPts val="0"/>
              </a:spcBef>
              <a:defRPr sz="12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5">
            <a:extLst>
              <a:ext uri="{FF2B5EF4-FFF2-40B4-BE49-F238E27FC236}">
                <a16:creationId xmlns:a16="http://schemas.microsoft.com/office/drawing/2014/main" id="{FA47F09F-F9D8-7B01-E53E-EE9451C6A6EB}"/>
              </a:ext>
            </a:extLst>
          </p:cNvPr>
          <p:cNvSpPr>
            <a:spLocks noGrp="1"/>
          </p:cNvSpPr>
          <p:nvPr>
            <p:ph type="body" sz="quarter" idx="13"/>
          </p:nvPr>
        </p:nvSpPr>
        <p:spPr>
          <a:xfrm>
            <a:off x="3335316" y="6083300"/>
            <a:ext cx="2473384" cy="538507"/>
          </a:xfrm>
        </p:spPr>
        <p:txBody>
          <a:bodyPr anchor="b"/>
          <a:lstStyle>
            <a:lvl1pPr>
              <a:lnSpc>
                <a:spcPct val="110000"/>
              </a:lnSpc>
              <a:spcBef>
                <a:spcPts val="0"/>
              </a:spcBef>
              <a:defRPr sz="1200">
                <a:solidFill>
                  <a:schemeClr val="tx1"/>
                </a:solidFill>
              </a:defRPr>
            </a:lvl1pPr>
            <a:lvl2pPr marL="127990" indent="-127990">
              <a:lnSpc>
                <a:spcPct val="110000"/>
              </a:lnSpc>
              <a:spcBef>
                <a:spcPts val="0"/>
              </a:spcBef>
              <a:defRPr sz="1200">
                <a:solidFill>
                  <a:schemeClr val="tx1"/>
                </a:solidFill>
              </a:defRPr>
            </a:lvl2pPr>
            <a:lvl3pPr marL="255981" indent="-127990">
              <a:lnSpc>
                <a:spcPct val="110000"/>
              </a:lnSpc>
              <a:spcBef>
                <a:spcPts val="0"/>
              </a:spcBef>
              <a:defRPr sz="1200">
                <a:solidFill>
                  <a:schemeClr val="tx1"/>
                </a:solidFill>
              </a:defRPr>
            </a:lvl3pPr>
            <a:lvl4pPr marL="383971" indent="-127990">
              <a:lnSpc>
                <a:spcPct val="110000"/>
              </a:lnSpc>
              <a:spcBef>
                <a:spcPts val="0"/>
              </a:spcBef>
              <a:defRPr sz="12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itle 1">
            <a:extLst>
              <a:ext uri="{FF2B5EF4-FFF2-40B4-BE49-F238E27FC236}">
                <a16:creationId xmlns:a16="http://schemas.microsoft.com/office/drawing/2014/main" id="{B8FFB679-F0FF-1DD1-8243-9D4ADEF3889F}"/>
              </a:ext>
            </a:extLst>
          </p:cNvPr>
          <p:cNvSpPr>
            <a:spLocks noGrp="1"/>
          </p:cNvSpPr>
          <p:nvPr>
            <p:ph type="title"/>
          </p:nvPr>
        </p:nvSpPr>
        <p:spPr>
          <a:xfrm>
            <a:off x="287963" y="155575"/>
            <a:ext cx="5049878" cy="3654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1822706354"/>
      </p:ext>
    </p:extLst>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ver, plain">
    <p:bg>
      <p:bgPr>
        <a:solidFill>
          <a:schemeClr val="bg1"/>
        </a:solidFill>
        <a:effectLst/>
      </p:bgPr>
    </p:bg>
    <p:spTree>
      <p:nvGrpSpPr>
        <p:cNvPr id="1" name=""/>
        <p:cNvGrpSpPr/>
        <p:nvPr/>
      </p:nvGrpSpPr>
      <p:grpSpPr>
        <a:xfrm>
          <a:off x="0" y="0"/>
          <a:ext cx="0" cy="0"/>
          <a:chOff x="0" y="0"/>
          <a:chExt cx="0" cy="0"/>
        </a:xfrm>
      </p:grpSpPr>
      <p:pic>
        <p:nvPicPr>
          <p:cNvPr id="4" name="Picture 3" descr="IBM 8-bar logo">
            <a:extLst>
              <a:ext uri="{FF2B5EF4-FFF2-40B4-BE49-F238E27FC236}">
                <a16:creationId xmlns:a16="http://schemas.microsoft.com/office/drawing/2014/main" id="{E4F73B63-FCC7-DAFC-5E97-E0D29B2DBF2C}"/>
              </a:ext>
            </a:extLst>
          </p:cNvPr>
          <p:cNvPicPr>
            <a:picLocks noChangeAspect="1"/>
          </p:cNvPicPr>
          <p:nvPr userDrawn="1"/>
        </p:nvPicPr>
        <p:blipFill>
          <a:blip r:embed="rId2"/>
          <a:stretch>
            <a:fillRect/>
          </a:stretch>
        </p:blipFill>
        <p:spPr>
          <a:xfrm>
            <a:off x="11185445" y="6288882"/>
            <a:ext cx="769062" cy="286200"/>
          </a:xfrm>
          <a:prstGeom prst="rect">
            <a:avLst/>
          </a:prstGeom>
        </p:spPr>
      </p:pic>
      <p:sp>
        <p:nvSpPr>
          <p:cNvPr id="8" name="Title 1">
            <a:extLst>
              <a:ext uri="{FF2B5EF4-FFF2-40B4-BE49-F238E27FC236}">
                <a16:creationId xmlns:a16="http://schemas.microsoft.com/office/drawing/2014/main" id="{31EEBBCD-6628-78CD-1209-20B2834A647D}"/>
              </a:ext>
            </a:extLst>
          </p:cNvPr>
          <p:cNvSpPr>
            <a:spLocks noGrp="1"/>
          </p:cNvSpPr>
          <p:nvPr>
            <p:ph type="title"/>
          </p:nvPr>
        </p:nvSpPr>
        <p:spPr>
          <a:xfrm>
            <a:off x="287963" y="155575"/>
            <a:ext cx="5049878" cy="5178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2906769640"/>
      </p:ext>
    </p:extLst>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ver, plain, label">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F3A2629C-3C99-5809-3D6C-46ACEB922F7C}"/>
              </a:ext>
            </a:extLst>
          </p:cNvPr>
          <p:cNvSpPr>
            <a:spLocks noGrp="1"/>
          </p:cNvSpPr>
          <p:nvPr>
            <p:ph type="body" sz="quarter" idx="10"/>
          </p:nvPr>
        </p:nvSpPr>
        <p:spPr>
          <a:xfrm>
            <a:off x="287963" y="6239574"/>
            <a:ext cx="5518504" cy="381000"/>
          </a:xfrm>
        </p:spPr>
        <p:txBody>
          <a:bodyPr anchor="b"/>
          <a:lstStyle>
            <a:lvl1pPr>
              <a:lnSpc>
                <a:spcPct val="110000"/>
              </a:lnSpc>
              <a:spcBef>
                <a:spcPts val="0"/>
              </a:spcBef>
              <a:defRPr sz="1400">
                <a:solidFill>
                  <a:schemeClr val="tx1"/>
                </a:solidFill>
              </a:defRPr>
            </a:lvl1pPr>
          </a:lstStyle>
          <a:p>
            <a:pPr lvl="0"/>
            <a:r>
              <a:rPr lang="en-US"/>
              <a:t>Click to edit Master text styles</a:t>
            </a:r>
          </a:p>
        </p:txBody>
      </p:sp>
      <p:pic>
        <p:nvPicPr>
          <p:cNvPr id="4" name="Picture 3" descr="IBM 8-bar logo">
            <a:extLst>
              <a:ext uri="{FF2B5EF4-FFF2-40B4-BE49-F238E27FC236}">
                <a16:creationId xmlns:a16="http://schemas.microsoft.com/office/drawing/2014/main" id="{81A5AEF9-6465-6773-9724-1305F8245375}"/>
              </a:ext>
            </a:extLst>
          </p:cNvPr>
          <p:cNvPicPr>
            <a:picLocks noChangeAspect="1"/>
          </p:cNvPicPr>
          <p:nvPr userDrawn="1"/>
        </p:nvPicPr>
        <p:blipFill>
          <a:blip r:embed="rId2"/>
          <a:stretch>
            <a:fillRect/>
          </a:stretch>
        </p:blipFill>
        <p:spPr>
          <a:xfrm>
            <a:off x="11185445" y="6288882"/>
            <a:ext cx="769062" cy="286200"/>
          </a:xfrm>
          <a:prstGeom prst="rect">
            <a:avLst/>
          </a:prstGeom>
        </p:spPr>
      </p:pic>
      <p:sp>
        <p:nvSpPr>
          <p:cNvPr id="10" name="Title 1">
            <a:extLst>
              <a:ext uri="{FF2B5EF4-FFF2-40B4-BE49-F238E27FC236}">
                <a16:creationId xmlns:a16="http://schemas.microsoft.com/office/drawing/2014/main" id="{D0F40089-D6C5-B905-B7FE-24BFF3580F12}"/>
              </a:ext>
            </a:extLst>
          </p:cNvPr>
          <p:cNvSpPr>
            <a:spLocks noGrp="1"/>
          </p:cNvSpPr>
          <p:nvPr>
            <p:ph type="title"/>
          </p:nvPr>
        </p:nvSpPr>
        <p:spPr>
          <a:xfrm>
            <a:off x="287963" y="155575"/>
            <a:ext cx="5049878" cy="5178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505588026"/>
      </p:ext>
    </p:extLst>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ver, imagery, half ">
    <p:bg>
      <p:bgPr>
        <a:solidFill>
          <a:schemeClr val="bg1"/>
        </a:solidFill>
        <a:effectLst/>
      </p:bgPr>
    </p:bg>
    <p:spTree>
      <p:nvGrpSpPr>
        <p:cNvPr id="1" name=""/>
        <p:cNvGrpSpPr/>
        <p:nvPr/>
      </p:nvGrpSpPr>
      <p:grpSpPr>
        <a:xfrm>
          <a:off x="0" y="0"/>
          <a:ext cx="0" cy="0"/>
          <a:chOff x="0" y="0"/>
          <a:chExt cx="0" cy="0"/>
        </a:xfrm>
      </p:grpSpPr>
      <p:sp>
        <p:nvSpPr>
          <p:cNvPr id="7" name="Picture Placeholder 6" descr="Place imagery here">
            <a:extLst>
              <a:ext uri="{FF2B5EF4-FFF2-40B4-BE49-F238E27FC236}">
                <a16:creationId xmlns:a16="http://schemas.microsoft.com/office/drawing/2014/main" id="{9CD5B627-E439-376E-A00C-87BAFF059FD8}"/>
              </a:ext>
            </a:extLst>
          </p:cNvPr>
          <p:cNvSpPr>
            <a:spLocks noGrp="1"/>
          </p:cNvSpPr>
          <p:nvPr>
            <p:ph type="pic" sz="quarter" idx="12" hasCustomPrompt="1"/>
          </p:nvPr>
        </p:nvSpPr>
        <p:spPr>
          <a:xfrm>
            <a:off x="6380919" y="285750"/>
            <a:ext cx="5520847" cy="6289332"/>
          </a:xfrm>
          <a:solidFill>
            <a:srgbClr val="E0E0E0"/>
          </a:solidFill>
        </p:spPr>
        <p:txBody>
          <a:bodyPr anchor="ctr"/>
          <a:lstStyle>
            <a:lvl1pPr algn="ctr">
              <a:defRPr>
                <a:solidFill>
                  <a:schemeClr val="accent5"/>
                </a:solidFill>
              </a:defRPr>
            </a:lvl1pPr>
          </a:lstStyle>
          <a:p>
            <a:r>
              <a:rPr lang="en-US"/>
              <a:t>Place imagery here</a:t>
            </a:r>
          </a:p>
        </p:txBody>
      </p:sp>
      <p:pic>
        <p:nvPicPr>
          <p:cNvPr id="3" name="Picture 2" descr="IBM 8-bar logo">
            <a:extLst>
              <a:ext uri="{FF2B5EF4-FFF2-40B4-BE49-F238E27FC236}">
                <a16:creationId xmlns:a16="http://schemas.microsoft.com/office/drawing/2014/main" id="{5C99EA1F-50F2-8D44-9784-4C9D55555354}"/>
              </a:ext>
            </a:extLst>
          </p:cNvPr>
          <p:cNvPicPr>
            <a:picLocks noChangeAspect="1"/>
          </p:cNvPicPr>
          <p:nvPr userDrawn="1"/>
        </p:nvPicPr>
        <p:blipFill>
          <a:blip r:embed="rId2"/>
          <a:stretch>
            <a:fillRect/>
          </a:stretch>
        </p:blipFill>
        <p:spPr>
          <a:xfrm>
            <a:off x="290006" y="6288882"/>
            <a:ext cx="769062" cy="286200"/>
          </a:xfrm>
          <a:prstGeom prst="rect">
            <a:avLst/>
          </a:prstGeom>
        </p:spPr>
      </p:pic>
      <p:sp>
        <p:nvSpPr>
          <p:cNvPr id="6" name="Title 1">
            <a:extLst>
              <a:ext uri="{FF2B5EF4-FFF2-40B4-BE49-F238E27FC236}">
                <a16:creationId xmlns:a16="http://schemas.microsoft.com/office/drawing/2014/main" id="{EC22CE22-4A72-C394-2534-3F9CEE594205}"/>
              </a:ext>
            </a:extLst>
          </p:cNvPr>
          <p:cNvSpPr>
            <a:spLocks noGrp="1"/>
          </p:cNvSpPr>
          <p:nvPr>
            <p:ph type="title"/>
          </p:nvPr>
        </p:nvSpPr>
        <p:spPr>
          <a:xfrm>
            <a:off x="287963" y="155575"/>
            <a:ext cx="5049878" cy="5178425"/>
          </a:xfrm>
        </p:spPr>
        <p:txBody>
          <a:bodyPr/>
          <a:lstStyle>
            <a:lvl1pPr>
              <a:lnSpc>
                <a:spcPct val="100000"/>
              </a:lnSpc>
              <a:defRPr sz="4199">
                <a:solidFill>
                  <a:schemeClr val="tx2"/>
                </a:solidFill>
              </a:defRPr>
            </a:lvl1pPr>
          </a:lstStyle>
          <a:p>
            <a:r>
              <a:rPr lang="en-US"/>
              <a:t>Click to edit Master title style</a:t>
            </a:r>
          </a:p>
        </p:txBody>
      </p:sp>
    </p:spTree>
    <p:extLst>
      <p:ext uri="{BB962C8B-B14F-4D97-AF65-F5344CB8AC3E}">
        <p14:creationId xmlns:p14="http://schemas.microsoft.com/office/powerpoint/2010/main" val="3084626644"/>
      </p:ext>
    </p:extLst>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ver, imagery, half, label">
    <p:bg>
      <p:bgPr>
        <a:solidFill>
          <a:schemeClr val="bg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276E74B7-8F2A-46A5-97C4-76677246CFAF}"/>
              </a:ext>
            </a:extLst>
          </p:cNvPr>
          <p:cNvSpPr>
            <a:spLocks noGrp="1"/>
          </p:cNvSpPr>
          <p:nvPr>
            <p:ph type="body" sz="quarter" idx="11"/>
          </p:nvPr>
        </p:nvSpPr>
        <p:spPr>
          <a:xfrm>
            <a:off x="287963" y="288036"/>
            <a:ext cx="5049180" cy="285750"/>
          </a:xfrm>
        </p:spPr>
        <p:txBody>
          <a:bodyPr/>
          <a:lstStyle>
            <a:lvl1pPr>
              <a:spcBef>
                <a:spcPts val="0"/>
              </a:spcBef>
              <a:defRPr sz="1400">
                <a:solidFill>
                  <a:schemeClr val="tx2"/>
                </a:solidFill>
              </a:defRPr>
            </a:lvl1pPr>
            <a:lvl2pPr>
              <a:spcBef>
                <a:spcPts val="0"/>
              </a:spcBef>
              <a:defRPr/>
            </a:lvl2pPr>
            <a:lvl3pPr>
              <a:spcBef>
                <a:spcPts val="0"/>
              </a:spcBef>
              <a:defRPr/>
            </a:lvl3pPr>
            <a:lvl4pPr>
              <a:spcBef>
                <a:spcPts val="0"/>
              </a:spcBef>
              <a:defRPr/>
            </a:lvl4pPr>
            <a:lvl5pPr>
              <a:spcBef>
                <a:spcPts val="0"/>
              </a:spcBef>
              <a:defRPr/>
            </a:lvl5pPr>
          </a:lstStyle>
          <a:p>
            <a:pPr lvl="0"/>
            <a:r>
              <a:rPr lang="en-US"/>
              <a:t>Click to edit Master text styles</a:t>
            </a:r>
          </a:p>
        </p:txBody>
      </p:sp>
      <p:sp>
        <p:nvSpPr>
          <p:cNvPr id="2" name="Title 1">
            <a:extLst>
              <a:ext uri="{FF2B5EF4-FFF2-40B4-BE49-F238E27FC236}">
                <a16:creationId xmlns:a16="http://schemas.microsoft.com/office/drawing/2014/main" id="{413A412C-EE28-6248-612D-41BAAD7F005C}"/>
              </a:ext>
            </a:extLst>
          </p:cNvPr>
          <p:cNvSpPr>
            <a:spLocks noGrp="1"/>
          </p:cNvSpPr>
          <p:nvPr>
            <p:ph type="title"/>
          </p:nvPr>
        </p:nvSpPr>
        <p:spPr>
          <a:xfrm>
            <a:off x="287963" y="756000"/>
            <a:ext cx="5049180" cy="4573588"/>
          </a:xfrm>
        </p:spPr>
        <p:txBody>
          <a:bodyPr/>
          <a:lstStyle>
            <a:lvl1pPr>
              <a:lnSpc>
                <a:spcPct val="100000"/>
              </a:lnSpc>
              <a:defRPr sz="4199">
                <a:solidFill>
                  <a:schemeClr val="tx2"/>
                </a:solidFill>
              </a:defRPr>
            </a:lvl1pPr>
          </a:lstStyle>
          <a:p>
            <a:r>
              <a:rPr lang="en-US"/>
              <a:t>Click to edit Master title style</a:t>
            </a:r>
          </a:p>
        </p:txBody>
      </p:sp>
      <p:pic>
        <p:nvPicPr>
          <p:cNvPr id="3" name="Picture 2" descr="IBM 8-bar logo">
            <a:extLst>
              <a:ext uri="{FF2B5EF4-FFF2-40B4-BE49-F238E27FC236}">
                <a16:creationId xmlns:a16="http://schemas.microsoft.com/office/drawing/2014/main" id="{0A3BE97F-BB78-DA67-3A9B-B2FBFA0DFC6D}"/>
              </a:ext>
            </a:extLst>
          </p:cNvPr>
          <p:cNvPicPr>
            <a:picLocks noChangeAspect="1"/>
          </p:cNvPicPr>
          <p:nvPr userDrawn="1"/>
        </p:nvPicPr>
        <p:blipFill>
          <a:blip r:embed="rId2"/>
          <a:stretch>
            <a:fillRect/>
          </a:stretch>
        </p:blipFill>
        <p:spPr>
          <a:xfrm>
            <a:off x="290006" y="6288882"/>
            <a:ext cx="769062" cy="286200"/>
          </a:xfrm>
          <a:prstGeom prst="rect">
            <a:avLst/>
          </a:prstGeom>
        </p:spPr>
      </p:pic>
      <p:sp>
        <p:nvSpPr>
          <p:cNvPr id="6" name="Picture Placeholder 6" descr="Place imagery here">
            <a:extLst>
              <a:ext uri="{FF2B5EF4-FFF2-40B4-BE49-F238E27FC236}">
                <a16:creationId xmlns:a16="http://schemas.microsoft.com/office/drawing/2014/main" id="{54AE768F-E6B1-F789-5E61-E59B3DBA779A}"/>
              </a:ext>
            </a:extLst>
          </p:cNvPr>
          <p:cNvSpPr>
            <a:spLocks noGrp="1"/>
          </p:cNvSpPr>
          <p:nvPr>
            <p:ph type="pic" sz="quarter" idx="12" hasCustomPrompt="1"/>
          </p:nvPr>
        </p:nvSpPr>
        <p:spPr>
          <a:xfrm>
            <a:off x="6380919" y="284957"/>
            <a:ext cx="5520847" cy="6290125"/>
          </a:xfrm>
          <a:solidFill>
            <a:srgbClr val="E0E0E0"/>
          </a:solidFill>
        </p:spPr>
        <p:txBody>
          <a:bodyPr anchor="ctr"/>
          <a:lstStyle>
            <a:lvl1pPr algn="ctr">
              <a:defRPr>
                <a:solidFill>
                  <a:schemeClr val="accent5"/>
                </a:solidFill>
              </a:defRPr>
            </a:lvl1pPr>
          </a:lstStyle>
          <a:p>
            <a:r>
              <a:rPr lang="en-US"/>
              <a:t>Place imagery here</a:t>
            </a:r>
          </a:p>
        </p:txBody>
      </p:sp>
    </p:spTree>
    <p:extLst>
      <p:ext uri="{BB962C8B-B14F-4D97-AF65-F5344CB8AC3E}">
        <p14:creationId xmlns:p14="http://schemas.microsoft.com/office/powerpoint/2010/main" val="1451720992"/>
      </p:ext>
    </p:extLst>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63" y="192024"/>
            <a:ext cx="2470717" cy="2105025"/>
          </a:xfrm>
        </p:spPr>
        <p:txBody>
          <a:bodyPr/>
          <a:lstStyle>
            <a:lvl1pPr>
              <a:lnSpc>
                <a:spcPct val="100000"/>
              </a:lnSpc>
              <a:defRPr sz="3399">
                <a:solidFill>
                  <a:schemeClr val="tx2"/>
                </a:solidFill>
              </a:defRPr>
            </a:lvl1pPr>
          </a:lstStyle>
          <a:p>
            <a:r>
              <a:rPr lang="en-US"/>
              <a:t>Click to edit Master title style</a:t>
            </a:r>
          </a:p>
        </p:txBody>
      </p:sp>
      <p:sp>
        <p:nvSpPr>
          <p:cNvPr id="7" name="Text Placeholder 6">
            <a:extLst>
              <a:ext uri="{FF2B5EF4-FFF2-40B4-BE49-F238E27FC236}">
                <a16:creationId xmlns:a16="http://schemas.microsoft.com/office/drawing/2014/main" id="{675443B4-0187-FC99-0FDE-8EB191B6CEF4}"/>
              </a:ext>
            </a:extLst>
          </p:cNvPr>
          <p:cNvSpPr>
            <a:spLocks noGrp="1"/>
          </p:cNvSpPr>
          <p:nvPr>
            <p:ph type="body" sz="quarter" idx="10"/>
          </p:nvPr>
        </p:nvSpPr>
        <p:spPr>
          <a:xfrm>
            <a:off x="6382506" y="287338"/>
            <a:ext cx="2476178" cy="5808659"/>
          </a:xfrm>
        </p:spPr>
        <p:txBody>
          <a:bodyPr/>
          <a:lstStyle>
            <a:lvl1pPr defTabSz="580528">
              <a:spcBef>
                <a:spcPts val="0"/>
              </a:spcBef>
              <a:defRPr>
                <a:solidFill>
                  <a:schemeClr val="tx1"/>
                </a:solidFill>
              </a:defRPr>
            </a:lvl1pPr>
            <a:lvl2pPr defTabSz="580528">
              <a:spcBef>
                <a:spcPts val="0"/>
              </a:spcBef>
              <a:defRPr>
                <a:solidFill>
                  <a:schemeClr val="tx1"/>
                </a:solidFill>
              </a:defRPr>
            </a:lvl2pPr>
            <a:lvl3pPr defTabSz="580528">
              <a:spcBef>
                <a:spcPts val="0"/>
              </a:spcBef>
              <a:defRPr>
                <a:solidFill>
                  <a:schemeClr val="tx1"/>
                </a:solidFill>
              </a:defRPr>
            </a:lvl3pPr>
            <a:lvl4pPr defTabSz="580528">
              <a:spcBef>
                <a:spcPts val="0"/>
              </a:spcBef>
              <a:defRPr>
                <a:solidFill>
                  <a:schemeClr val="tx1"/>
                </a:solidFill>
              </a:defRPr>
            </a:lvl4pPr>
            <a:lvl5pPr defTabSz="580528">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5A647AD3-098B-D1AB-C8D8-463E38402F94}"/>
              </a:ext>
            </a:extLst>
          </p:cNvPr>
          <p:cNvSpPr>
            <a:spLocks noGrp="1"/>
          </p:cNvSpPr>
          <p:nvPr>
            <p:ph type="body" sz="quarter" idx="11"/>
          </p:nvPr>
        </p:nvSpPr>
        <p:spPr>
          <a:xfrm>
            <a:off x="9430110" y="287337"/>
            <a:ext cx="2470622" cy="5810250"/>
          </a:xfrm>
        </p:spPr>
        <p:txBody>
          <a:bodyPr/>
          <a:lstStyle>
            <a:lvl1pPr defTabSz="580528">
              <a:spcBef>
                <a:spcPts val="0"/>
              </a:spcBef>
              <a:defRPr>
                <a:solidFill>
                  <a:schemeClr val="tx1"/>
                </a:solidFill>
              </a:defRPr>
            </a:lvl1pPr>
            <a:lvl2pPr defTabSz="580528">
              <a:spcBef>
                <a:spcPts val="0"/>
              </a:spcBef>
              <a:defRPr>
                <a:solidFill>
                  <a:schemeClr val="tx1"/>
                </a:solidFill>
              </a:defRPr>
            </a:lvl2pPr>
            <a:lvl3pPr defTabSz="580528">
              <a:spcBef>
                <a:spcPts val="0"/>
              </a:spcBef>
              <a:defRPr>
                <a:solidFill>
                  <a:schemeClr val="tx1"/>
                </a:solidFill>
              </a:defRPr>
            </a:lvl3pPr>
            <a:lvl4pPr defTabSz="580528">
              <a:spcBef>
                <a:spcPts val="0"/>
              </a:spcBef>
              <a:defRPr>
                <a:solidFill>
                  <a:schemeClr val="tx1"/>
                </a:solidFill>
              </a:defRPr>
            </a:lvl4pPr>
            <a:lvl5pPr defTabSz="580528">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Footer Placeholder 3">
            <a:extLst>
              <a:ext uri="{FF2B5EF4-FFF2-40B4-BE49-F238E27FC236}">
                <a16:creationId xmlns:a16="http://schemas.microsoft.com/office/drawing/2014/main" id="{028AA764-A00C-AFFF-7F3F-49A733DCD474}"/>
              </a:ext>
            </a:extLst>
          </p:cNvPr>
          <p:cNvSpPr>
            <a:spLocks noGrp="1"/>
          </p:cNvSpPr>
          <p:nvPr>
            <p:ph type="ftr" sz="quarter" idx="18"/>
          </p:nvPr>
        </p:nvSpPr>
        <p:spPr>
          <a:xfrm>
            <a:off x="287963" y="6408000"/>
            <a:ext cx="2477765" cy="190500"/>
          </a:xfrm>
        </p:spPr>
        <p:txBody>
          <a:bodyPr/>
          <a:lstStyle/>
          <a:p>
            <a:endParaRPr lang="en-US"/>
          </a:p>
        </p:txBody>
      </p:sp>
      <p:sp>
        <p:nvSpPr>
          <p:cNvPr id="4" name="Slide Number">
            <a:extLst>
              <a:ext uri="{FF2B5EF4-FFF2-40B4-BE49-F238E27FC236}">
                <a16:creationId xmlns:a16="http://schemas.microsoft.com/office/drawing/2014/main" id="{D5D1D2A7-CF30-5698-14FC-F71CB82D5BCC}"/>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956086317"/>
      </p:ext>
    </p:extLst>
  </p:cSld>
  <p:clrMapOvr>
    <a:masterClrMapping/>
  </p:clrMapOvr>
  <p:transition spd="med"/>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63" y="192024"/>
            <a:ext cx="5517527" cy="1331913"/>
          </a:xfrm>
        </p:spPr>
        <p:txBody>
          <a:bodyPr rIns="457200"/>
          <a:lstStyle>
            <a:lvl1pPr>
              <a:lnSpc>
                <a:spcPct val="100000"/>
              </a:lnSpc>
              <a:defRPr sz="3399">
                <a:solidFill>
                  <a:schemeClr val="tx2"/>
                </a:solidFill>
              </a:defRPr>
            </a:lvl1pPr>
          </a:lstStyle>
          <a:p>
            <a:r>
              <a:rPr lang="en-US"/>
              <a:t>Click to edit Master title style</a:t>
            </a:r>
          </a:p>
        </p:txBody>
      </p:sp>
      <p:sp>
        <p:nvSpPr>
          <p:cNvPr id="3" name="Footer Placeholder 3">
            <a:extLst>
              <a:ext uri="{FF2B5EF4-FFF2-40B4-BE49-F238E27FC236}">
                <a16:creationId xmlns:a16="http://schemas.microsoft.com/office/drawing/2014/main" id="{42F412B5-726F-373A-86F7-2FBA60F14014}"/>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6E2B1415-A9D9-645B-4DF0-7D16976DF727}"/>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106723194"/>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C7EC0-4BFB-A603-5703-0D692C62692D}"/>
              </a:ext>
            </a:extLst>
          </p:cNvPr>
          <p:cNvSpPr>
            <a:spLocks noGrp="1"/>
          </p:cNvSpPr>
          <p:nvPr>
            <p:ph type="title"/>
          </p:nvPr>
        </p:nvSpPr>
        <p:spPr>
          <a:xfrm>
            <a:off x="287963" y="154800"/>
            <a:ext cx="8569797" cy="4416425"/>
          </a:xfrm>
        </p:spPr>
        <p:txBody>
          <a:bodyPr/>
          <a:lstStyle>
            <a:lvl1pPr>
              <a:defRPr sz="8398" b="0" i="0">
                <a:solidFill>
                  <a:schemeClr val="tx2"/>
                </a:solidFill>
                <a:latin typeface="IBM Plex Sans ExtLt" panose="020B0303050203000203" pitchFamily="34" charset="0"/>
              </a:defRPr>
            </a:lvl1pPr>
          </a:lstStyle>
          <a:p>
            <a:r>
              <a:rPr lang="en-US"/>
              <a:t>Click to edit Master title style</a:t>
            </a:r>
          </a:p>
        </p:txBody>
      </p:sp>
      <p:sp>
        <p:nvSpPr>
          <p:cNvPr id="3" name="Footer Placeholder 3">
            <a:extLst>
              <a:ext uri="{FF2B5EF4-FFF2-40B4-BE49-F238E27FC236}">
                <a16:creationId xmlns:a16="http://schemas.microsoft.com/office/drawing/2014/main" id="{B98A3D4B-A3E1-0D38-F80E-1D86FCFA4DAE}"/>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3CF46425-C9F2-46CE-AAEE-89D8A19E0F2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701161464"/>
      </p:ext>
    </p:extLst>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allout, headlin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36957-63E4-1587-AB6D-C18AE4E04D8D}"/>
              </a:ext>
            </a:extLst>
          </p:cNvPr>
          <p:cNvSpPr>
            <a:spLocks noGrp="1"/>
          </p:cNvSpPr>
          <p:nvPr>
            <p:ph type="title"/>
          </p:nvPr>
        </p:nvSpPr>
        <p:spPr>
          <a:xfrm>
            <a:off x="287963" y="192024"/>
            <a:ext cx="4953942" cy="2104835"/>
          </a:xfrm>
        </p:spPr>
        <p:txBody>
          <a:bodyPr/>
          <a:lstStyle>
            <a:lvl1pPr>
              <a:lnSpc>
                <a:spcPct val="100000"/>
              </a:lnSpc>
              <a:defRPr sz="3399">
                <a:solidFill>
                  <a:schemeClr val="tx2"/>
                </a:solidFill>
              </a:defRPr>
            </a:lvl1pPr>
          </a:lstStyle>
          <a:p>
            <a:r>
              <a:rPr lang="en-US"/>
              <a:t>Click to edit Master title style</a:t>
            </a:r>
          </a:p>
        </p:txBody>
      </p:sp>
      <p:sp>
        <p:nvSpPr>
          <p:cNvPr id="4" name="Text Placeholder 3">
            <a:extLst>
              <a:ext uri="{FF2B5EF4-FFF2-40B4-BE49-F238E27FC236}">
                <a16:creationId xmlns:a16="http://schemas.microsoft.com/office/drawing/2014/main" id="{0354631A-4ED7-F527-1CBC-9AF7BE2CB676}"/>
              </a:ext>
            </a:extLst>
          </p:cNvPr>
          <p:cNvSpPr>
            <a:spLocks noGrp="1"/>
          </p:cNvSpPr>
          <p:nvPr>
            <p:ph type="body" sz="quarter" idx="10"/>
          </p:nvPr>
        </p:nvSpPr>
        <p:spPr>
          <a:xfrm>
            <a:off x="6389168" y="192024"/>
            <a:ext cx="5520318" cy="4389247"/>
          </a:xfrm>
        </p:spPr>
        <p:txBody>
          <a:bodyPr/>
          <a:lstStyle>
            <a:lvl1pPr>
              <a:lnSpc>
                <a:spcPct val="100000"/>
              </a:lnSpc>
              <a:spcBef>
                <a:spcPts val="0"/>
              </a:spcBef>
              <a:defRPr sz="3399">
                <a:solidFill>
                  <a:schemeClr val="tx2"/>
                </a:solidFill>
              </a:defRPr>
            </a:lvl1pPr>
            <a:lvl2pPr marL="292549" indent="-292549">
              <a:lnSpc>
                <a:spcPct val="100000"/>
              </a:lnSpc>
              <a:spcBef>
                <a:spcPts val="0"/>
              </a:spcBef>
              <a:defRPr sz="3399">
                <a:solidFill>
                  <a:schemeClr val="tx2"/>
                </a:solidFill>
              </a:defRPr>
            </a:lvl2pPr>
            <a:lvl3pPr marL="548530" indent="-292549">
              <a:lnSpc>
                <a:spcPct val="100000"/>
              </a:lnSpc>
              <a:spcBef>
                <a:spcPts val="0"/>
              </a:spcBef>
              <a:defRPr sz="3399">
                <a:solidFill>
                  <a:schemeClr val="tx2"/>
                </a:solidFill>
              </a:defRPr>
            </a:lvl3pPr>
            <a:lvl4pPr marL="877648">
              <a:lnSpc>
                <a:spcPct val="100000"/>
              </a:lnSpc>
              <a:spcBef>
                <a:spcPts val="0"/>
              </a:spcBef>
              <a:defRPr sz="3399">
                <a:solidFill>
                  <a:schemeClr val="tx2"/>
                </a:solidFill>
              </a:defRPr>
            </a:lvl4pPr>
            <a:lvl5pPr>
              <a:lnSpc>
                <a:spcPct val="100000"/>
              </a:lnSpc>
              <a:spcBef>
                <a:spcPts val="0"/>
              </a:spcBef>
              <a:defRPr sz="3199"/>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20FC8337-4A61-6950-CEE5-DDB270D10746}"/>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F8F57643-D39B-662E-5D14-6D9BFA200F39}"/>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136598964"/>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allout, stand-alone">
    <p:bg>
      <p:bgPr>
        <a:solidFill>
          <a:schemeClr val="bg1"/>
        </a:solidFill>
        <a:effectLst/>
      </p:bgPr>
    </p:bg>
    <p:spTree>
      <p:nvGrpSpPr>
        <p:cNvPr id="1" name=""/>
        <p:cNvGrpSpPr/>
        <p:nvPr/>
      </p:nvGrpSpPr>
      <p:grpSpPr>
        <a:xfrm>
          <a:off x="0" y="0"/>
          <a:ext cx="0" cy="0"/>
          <a:chOff x="0" y="0"/>
          <a:chExt cx="0" cy="0"/>
        </a:xfrm>
      </p:grpSpPr>
      <p:sp>
        <p:nvSpPr>
          <p:cNvPr id="3" name="Footer Placeholder 3">
            <a:extLst>
              <a:ext uri="{FF2B5EF4-FFF2-40B4-BE49-F238E27FC236}">
                <a16:creationId xmlns:a16="http://schemas.microsoft.com/office/drawing/2014/main" id="{949EB6B2-A4A6-F162-D0FE-417694FC70FD}"/>
              </a:ext>
            </a:extLst>
          </p:cNvPr>
          <p:cNvSpPr>
            <a:spLocks noGrp="1"/>
          </p:cNvSpPr>
          <p:nvPr>
            <p:ph type="ftr" sz="quarter" idx="18"/>
          </p:nvPr>
        </p:nvSpPr>
        <p:spPr>
          <a:xfrm>
            <a:off x="287963" y="6408000"/>
            <a:ext cx="2471416" cy="190500"/>
          </a:xfrm>
        </p:spPr>
        <p:txBody>
          <a:bodyPr/>
          <a:lstStyle/>
          <a:p>
            <a:endParaRPr lang="en-US"/>
          </a:p>
        </p:txBody>
      </p:sp>
      <p:sp>
        <p:nvSpPr>
          <p:cNvPr id="6" name="Slide Number">
            <a:extLst>
              <a:ext uri="{FF2B5EF4-FFF2-40B4-BE49-F238E27FC236}">
                <a16:creationId xmlns:a16="http://schemas.microsoft.com/office/drawing/2014/main" id="{4DAC6A96-E5C9-E8BD-2383-926167440939}"/>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9" name="Text Placeholder 8">
            <a:extLst>
              <a:ext uri="{FF2B5EF4-FFF2-40B4-BE49-F238E27FC236}">
                <a16:creationId xmlns:a16="http://schemas.microsoft.com/office/drawing/2014/main" id="{E0CC16BE-B09A-0C84-8A0B-5FE3F85FB19B}"/>
              </a:ext>
            </a:extLst>
          </p:cNvPr>
          <p:cNvSpPr>
            <a:spLocks noGrp="1"/>
          </p:cNvSpPr>
          <p:nvPr>
            <p:ph type="body" sz="quarter" idx="19"/>
          </p:nvPr>
        </p:nvSpPr>
        <p:spPr>
          <a:xfrm>
            <a:off x="287963" y="154800"/>
            <a:ext cx="7323771" cy="5178133"/>
          </a:xfrm>
        </p:spPr>
        <p:txBody>
          <a:bodyPr/>
          <a:lstStyle>
            <a:lvl1pPr>
              <a:lnSpc>
                <a:spcPct val="100000"/>
              </a:lnSpc>
              <a:defRPr sz="4199"/>
            </a:lvl1pPr>
          </a:lstStyle>
          <a:p>
            <a:pPr lvl="0"/>
            <a:r>
              <a:rPr lang="en-US"/>
              <a:t>Click to edit Master text styles</a:t>
            </a:r>
          </a:p>
        </p:txBody>
      </p:sp>
    </p:spTree>
    <p:extLst>
      <p:ext uri="{BB962C8B-B14F-4D97-AF65-F5344CB8AC3E}">
        <p14:creationId xmlns:p14="http://schemas.microsoft.com/office/powerpoint/2010/main" val="544894985"/>
      </p:ext>
    </p:extLst>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ata, 2 callouts, vertical">
    <p:bg>
      <p:bgPr>
        <a:solidFill>
          <a:schemeClr val="bg1"/>
        </a:solidFill>
        <a:effectLst/>
      </p:bgPr>
    </p:bg>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2D5E03B0-C633-E81D-0D42-3FCCAFD64B0F}"/>
              </a:ext>
            </a:extLst>
          </p:cNvPr>
          <p:cNvSpPr>
            <a:spLocks noGrp="1"/>
          </p:cNvSpPr>
          <p:nvPr>
            <p:ph type="body" sz="quarter" idx="12"/>
          </p:nvPr>
        </p:nvSpPr>
        <p:spPr>
          <a:xfrm>
            <a:off x="287963" y="288036"/>
            <a:ext cx="3811091" cy="3521964"/>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DB20D7FD-6784-59C5-938D-4728A153F52B}"/>
              </a:ext>
            </a:extLst>
          </p:cNvPr>
          <p:cNvSpPr>
            <a:spLocks noGrp="1"/>
          </p:cNvSpPr>
          <p:nvPr>
            <p:ph type="body" sz="quarter" idx="13" hasCustomPrompt="1"/>
          </p:nvPr>
        </p:nvSpPr>
        <p:spPr>
          <a:xfrm>
            <a:off x="287962" y="4814111"/>
            <a:ext cx="5524575" cy="1676533"/>
          </a:xfrm>
        </p:spPr>
        <p:txBody>
          <a:bodyPr anchor="b"/>
          <a:lstStyle>
            <a:lvl1pPr>
              <a:lnSpc>
                <a:spcPct val="90000"/>
              </a:lnSpc>
              <a:spcBef>
                <a:spcPts val="0"/>
              </a:spcBef>
              <a:defRPr sz="12597" b="0" i="0">
                <a:solidFill>
                  <a:schemeClr val="accent1"/>
                </a:solidFill>
                <a:latin typeface="IBM Plex Sans ExtLt" panose="020B0303050203000203" pitchFamily="34" charset="0"/>
              </a:defRPr>
            </a:lvl1pPr>
          </a:lstStyle>
          <a:p>
            <a:r>
              <a:rPr lang="en-US"/>
              <a:t>↗︎00M</a:t>
            </a:r>
          </a:p>
        </p:txBody>
      </p:sp>
      <p:cxnSp>
        <p:nvCxnSpPr>
          <p:cNvPr id="9" name="Straight Connector 8" descr="Vertical column divider">
            <a:extLst>
              <a:ext uri="{FF2B5EF4-FFF2-40B4-BE49-F238E27FC236}">
                <a16:creationId xmlns:a16="http://schemas.microsoft.com/office/drawing/2014/main" id="{1C44518A-7FBB-67DA-E35B-8BC0AAFC6062}"/>
              </a:ext>
            </a:extLst>
          </p:cNvPr>
          <p:cNvCxnSpPr>
            <a:cxnSpLocks/>
          </p:cNvCxnSpPr>
          <p:nvPr userDrawn="1"/>
        </p:nvCxnSpPr>
        <p:spPr bwMode="auto">
          <a:xfrm>
            <a:off x="6096000" y="284956"/>
            <a:ext cx="0" cy="5812631"/>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6" name="Text Placeholder 5">
            <a:extLst>
              <a:ext uri="{FF2B5EF4-FFF2-40B4-BE49-F238E27FC236}">
                <a16:creationId xmlns:a16="http://schemas.microsoft.com/office/drawing/2014/main" id="{0A7285B0-4A1E-8885-0C0E-77D0ECA9CACD}"/>
              </a:ext>
            </a:extLst>
          </p:cNvPr>
          <p:cNvSpPr>
            <a:spLocks noGrp="1"/>
          </p:cNvSpPr>
          <p:nvPr>
            <p:ph type="body" sz="quarter" idx="11"/>
          </p:nvPr>
        </p:nvSpPr>
        <p:spPr>
          <a:xfrm>
            <a:off x="6389168" y="288036"/>
            <a:ext cx="3809504" cy="3521964"/>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5F395CBF-E65B-9A42-BAE5-C2B2BD9B7BD2}"/>
              </a:ext>
            </a:extLst>
          </p:cNvPr>
          <p:cNvSpPr>
            <a:spLocks noGrp="1"/>
          </p:cNvSpPr>
          <p:nvPr>
            <p:ph type="body" sz="quarter" idx="14" hasCustomPrompt="1"/>
          </p:nvPr>
        </p:nvSpPr>
        <p:spPr>
          <a:xfrm>
            <a:off x="6389168" y="4814111"/>
            <a:ext cx="5523781" cy="1677147"/>
          </a:xfrm>
        </p:spPr>
        <p:txBody>
          <a:bodyPr anchor="b"/>
          <a:lstStyle>
            <a:lvl1pPr>
              <a:lnSpc>
                <a:spcPct val="90000"/>
              </a:lnSpc>
              <a:spcBef>
                <a:spcPts val="0"/>
              </a:spcBef>
              <a:defRPr sz="12597" b="0" i="0">
                <a:solidFill>
                  <a:schemeClr val="accent1"/>
                </a:solidFill>
                <a:latin typeface="IBM Plex Sans ExtLt" panose="020B0303050203000203" pitchFamily="34" charset="0"/>
              </a:defRPr>
            </a:lvl1pPr>
          </a:lstStyle>
          <a:p>
            <a:r>
              <a:rPr lang="en-US"/>
              <a:t>+00%</a:t>
            </a:r>
          </a:p>
        </p:txBody>
      </p:sp>
      <p:sp>
        <p:nvSpPr>
          <p:cNvPr id="2" name="Footer Placeholder 3">
            <a:extLst>
              <a:ext uri="{FF2B5EF4-FFF2-40B4-BE49-F238E27FC236}">
                <a16:creationId xmlns:a16="http://schemas.microsoft.com/office/drawing/2014/main" id="{21A64AF3-E67B-E80B-A5D3-6B3533C87F91}"/>
              </a:ext>
            </a:extLst>
          </p:cNvPr>
          <p:cNvSpPr>
            <a:spLocks noGrp="1"/>
          </p:cNvSpPr>
          <p:nvPr>
            <p:ph type="ftr" sz="quarter" idx="18"/>
          </p:nvPr>
        </p:nvSpPr>
        <p:spPr>
          <a:xfrm>
            <a:off x="287963" y="6408000"/>
            <a:ext cx="2477765" cy="190500"/>
          </a:xfrm>
        </p:spPr>
        <p:txBody>
          <a:bodyPr/>
          <a:lstStyle/>
          <a:p>
            <a:endParaRPr lang="en-US"/>
          </a:p>
        </p:txBody>
      </p:sp>
      <p:sp>
        <p:nvSpPr>
          <p:cNvPr id="5" name="Slide Number">
            <a:extLst>
              <a:ext uri="{FF2B5EF4-FFF2-40B4-BE49-F238E27FC236}">
                <a16:creationId xmlns:a16="http://schemas.microsoft.com/office/drawing/2014/main" id="{28C4F134-9B5D-407C-F525-B2FC25B7B5CD}"/>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702934653"/>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ata, 3 callouts, vertical">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6D02D-89A9-0455-FACB-7B6D03346E4C}"/>
              </a:ext>
            </a:extLst>
          </p:cNvPr>
          <p:cNvSpPr>
            <a:spLocks noGrp="1"/>
          </p:cNvSpPr>
          <p:nvPr>
            <p:ph type="title"/>
          </p:nvPr>
        </p:nvSpPr>
        <p:spPr>
          <a:xfrm>
            <a:off x="287999" y="288036"/>
            <a:ext cx="2474590" cy="1642364"/>
          </a:xfrm>
        </p:spPr>
        <p:txBody>
          <a:bodyPr/>
          <a:lstStyle>
            <a:lvl1pPr>
              <a:lnSpc>
                <a:spcPct val="110000"/>
              </a:lnSpc>
              <a:defRPr sz="1800">
                <a:solidFill>
                  <a:schemeClr val="tx2"/>
                </a:solidFill>
              </a:defRPr>
            </a:lvl1pPr>
          </a:lstStyle>
          <a:p>
            <a:r>
              <a:rPr lang="en-US"/>
              <a:t>Click to edit Master title style</a:t>
            </a:r>
          </a:p>
        </p:txBody>
      </p:sp>
      <p:sp>
        <p:nvSpPr>
          <p:cNvPr id="16" name="Text Placeholder 15">
            <a:extLst>
              <a:ext uri="{FF2B5EF4-FFF2-40B4-BE49-F238E27FC236}">
                <a16:creationId xmlns:a16="http://schemas.microsoft.com/office/drawing/2014/main" id="{BBB79390-98CC-5F62-D373-F6646F767DD0}"/>
              </a:ext>
            </a:extLst>
          </p:cNvPr>
          <p:cNvSpPr>
            <a:spLocks noGrp="1"/>
          </p:cNvSpPr>
          <p:nvPr>
            <p:ph type="body" sz="quarter" idx="15" hasCustomPrompt="1"/>
          </p:nvPr>
        </p:nvSpPr>
        <p:spPr>
          <a:xfrm>
            <a:off x="3333316" y="192600"/>
            <a:ext cx="2475384" cy="953956"/>
          </a:xfrm>
        </p:spPr>
        <p:txBody>
          <a:bodyPr/>
          <a:lstStyle>
            <a:lvl1pPr>
              <a:lnSpc>
                <a:spcPct val="90000"/>
              </a:lnSpc>
              <a:defRPr sz="6599">
                <a:solidFill>
                  <a:schemeClr val="accent1"/>
                </a:solidFill>
              </a:defRPr>
            </a:lvl1pPr>
            <a:lvl2pPr marL="0" indent="0">
              <a:buNone/>
              <a:defRPr/>
            </a:lvl2pPr>
          </a:lstStyle>
          <a:p>
            <a:pPr lvl="0"/>
            <a:r>
              <a:rPr lang="en-US"/>
              <a:t>00%</a:t>
            </a:r>
          </a:p>
        </p:txBody>
      </p:sp>
      <p:sp>
        <p:nvSpPr>
          <p:cNvPr id="7" name="Text Placeholder 6">
            <a:extLst>
              <a:ext uri="{FF2B5EF4-FFF2-40B4-BE49-F238E27FC236}">
                <a16:creationId xmlns:a16="http://schemas.microsoft.com/office/drawing/2014/main" id="{FDDE7F16-A938-0D17-3BFA-034F142A8082}"/>
              </a:ext>
            </a:extLst>
          </p:cNvPr>
          <p:cNvSpPr>
            <a:spLocks noGrp="1"/>
          </p:cNvSpPr>
          <p:nvPr>
            <p:ph type="body" sz="quarter" idx="12"/>
          </p:nvPr>
        </p:nvSpPr>
        <p:spPr>
          <a:xfrm>
            <a:off x="3333316" y="1166533"/>
            <a:ext cx="2475384" cy="493105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17">
            <a:extLst>
              <a:ext uri="{FF2B5EF4-FFF2-40B4-BE49-F238E27FC236}">
                <a16:creationId xmlns:a16="http://schemas.microsoft.com/office/drawing/2014/main" id="{3516E6B1-7020-1EA5-CDD4-B1FC6CE2740C}"/>
              </a:ext>
            </a:extLst>
          </p:cNvPr>
          <p:cNvSpPr>
            <a:spLocks noGrp="1"/>
          </p:cNvSpPr>
          <p:nvPr>
            <p:ph type="body" sz="quarter" idx="16" hasCustomPrompt="1"/>
          </p:nvPr>
        </p:nvSpPr>
        <p:spPr>
          <a:xfrm>
            <a:off x="6389168" y="192600"/>
            <a:ext cx="2474590" cy="953294"/>
          </a:xfrm>
        </p:spPr>
        <p:txBody>
          <a:bodyPr/>
          <a:lstStyle>
            <a:lvl1pPr>
              <a:lnSpc>
                <a:spcPct val="90000"/>
              </a:lnSpc>
              <a:defRPr sz="6599">
                <a:solidFill>
                  <a:schemeClr val="accent1"/>
                </a:solidFill>
              </a:defRPr>
            </a:lvl1pPr>
          </a:lstStyle>
          <a:p>
            <a:pPr lvl="0"/>
            <a:r>
              <a:rPr lang="en-US"/>
              <a:t>00%</a:t>
            </a:r>
          </a:p>
        </p:txBody>
      </p:sp>
      <p:sp>
        <p:nvSpPr>
          <p:cNvPr id="9" name="Text Placeholder 8">
            <a:extLst>
              <a:ext uri="{FF2B5EF4-FFF2-40B4-BE49-F238E27FC236}">
                <a16:creationId xmlns:a16="http://schemas.microsoft.com/office/drawing/2014/main" id="{3F3FD8FB-143C-CB66-123C-0495EB1C33B7}"/>
              </a:ext>
            </a:extLst>
          </p:cNvPr>
          <p:cNvSpPr>
            <a:spLocks noGrp="1"/>
          </p:cNvSpPr>
          <p:nvPr>
            <p:ph type="body" sz="quarter" idx="13"/>
          </p:nvPr>
        </p:nvSpPr>
        <p:spPr>
          <a:xfrm>
            <a:off x="6389168" y="1167327"/>
            <a:ext cx="2476178" cy="493105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Text Placeholder 19">
            <a:extLst>
              <a:ext uri="{FF2B5EF4-FFF2-40B4-BE49-F238E27FC236}">
                <a16:creationId xmlns:a16="http://schemas.microsoft.com/office/drawing/2014/main" id="{AC11D906-6DD0-910D-48BA-0C197C90AA45}"/>
              </a:ext>
            </a:extLst>
          </p:cNvPr>
          <p:cNvSpPr>
            <a:spLocks noGrp="1"/>
          </p:cNvSpPr>
          <p:nvPr>
            <p:ph type="body" sz="quarter" idx="17" hasCustomPrompt="1"/>
          </p:nvPr>
        </p:nvSpPr>
        <p:spPr>
          <a:xfrm>
            <a:off x="9428523" y="192600"/>
            <a:ext cx="2474590" cy="951707"/>
          </a:xfrm>
        </p:spPr>
        <p:txBody>
          <a:bodyPr/>
          <a:lstStyle>
            <a:lvl1pPr>
              <a:lnSpc>
                <a:spcPct val="90000"/>
              </a:lnSpc>
              <a:defRPr sz="6599">
                <a:solidFill>
                  <a:schemeClr val="accent1"/>
                </a:solidFill>
              </a:defRPr>
            </a:lvl1pPr>
          </a:lstStyle>
          <a:p>
            <a:pPr lvl="0"/>
            <a:r>
              <a:rPr lang="en-US"/>
              <a:t>00%</a:t>
            </a:r>
          </a:p>
        </p:txBody>
      </p:sp>
      <p:sp>
        <p:nvSpPr>
          <p:cNvPr id="11" name="Text Placeholder 10">
            <a:extLst>
              <a:ext uri="{FF2B5EF4-FFF2-40B4-BE49-F238E27FC236}">
                <a16:creationId xmlns:a16="http://schemas.microsoft.com/office/drawing/2014/main" id="{BA1063D1-FD79-491C-791B-87858EA0CB85}"/>
              </a:ext>
            </a:extLst>
          </p:cNvPr>
          <p:cNvSpPr>
            <a:spLocks noGrp="1"/>
          </p:cNvSpPr>
          <p:nvPr>
            <p:ph type="body" sz="quarter" idx="14"/>
          </p:nvPr>
        </p:nvSpPr>
        <p:spPr>
          <a:xfrm>
            <a:off x="9428522" y="1166533"/>
            <a:ext cx="2476178" cy="493105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1B7E465D-4B5F-2DAE-57C4-590983308A95}"/>
              </a:ext>
            </a:extLst>
          </p:cNvPr>
          <p:cNvSpPr>
            <a:spLocks noGrp="1"/>
          </p:cNvSpPr>
          <p:nvPr>
            <p:ph type="body" sz="quarter" idx="11"/>
          </p:nvPr>
        </p:nvSpPr>
        <p:spPr>
          <a:xfrm>
            <a:off x="3334904" y="6029325"/>
            <a:ext cx="2475384" cy="571500"/>
          </a:xfrm>
        </p:spPr>
        <p:txBody>
          <a:bodyPr anchor="b"/>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C856FFD0-F317-D3D7-DE9D-AA1F4AB27EEB}"/>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899D670E-69CE-BB86-FB88-291343BDEE2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961837401"/>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ata, 2 callouts, horizontal">
    <p:bg>
      <p:bgPr>
        <a:solidFill>
          <a:schemeClr val="bg1"/>
        </a:solidFill>
        <a:effectLst/>
      </p:bgPr>
    </p:bg>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2C97FE8A-75E3-6FC8-02DD-50E0A4C8C958}"/>
              </a:ext>
            </a:extLst>
          </p:cNvPr>
          <p:cNvSpPr>
            <a:spLocks noGrp="1"/>
          </p:cNvSpPr>
          <p:nvPr>
            <p:ph type="body" sz="quarter" idx="13"/>
          </p:nvPr>
        </p:nvSpPr>
        <p:spPr>
          <a:xfrm>
            <a:off x="3333316" y="3297238"/>
            <a:ext cx="5522257" cy="2670048"/>
          </a:xfrm>
        </p:spPr>
        <p:txBody>
          <a:bodyPr/>
          <a:lstStyle>
            <a:lvl1pPr>
              <a:lnSpc>
                <a:spcPct val="100000"/>
              </a:lnSpc>
              <a:spcBef>
                <a:spcPts val="0"/>
              </a:spcBef>
              <a:defRPr sz="4199">
                <a:solidFill>
                  <a:schemeClr val="tx1"/>
                </a:solidFill>
              </a:defRPr>
            </a:lvl1pPr>
            <a:lvl2pPr marL="393113" indent="-393113">
              <a:lnSpc>
                <a:spcPct val="100000"/>
              </a:lnSpc>
              <a:spcBef>
                <a:spcPts val="0"/>
              </a:spcBef>
              <a:defRPr sz="4199">
                <a:solidFill>
                  <a:schemeClr val="tx1"/>
                </a:solidFill>
              </a:defRPr>
            </a:lvl2pPr>
            <a:lvl3pPr marL="749658" indent="-393113">
              <a:lnSpc>
                <a:spcPct val="100000"/>
              </a:lnSpc>
              <a:spcBef>
                <a:spcPts val="0"/>
              </a:spcBef>
              <a:defRPr sz="4199">
                <a:solidFill>
                  <a:schemeClr val="tx1"/>
                </a:solidFill>
              </a:defRPr>
            </a:lvl3pPr>
            <a:lvl4pPr marL="1142771" indent="-393113">
              <a:lnSpc>
                <a:spcPct val="100000"/>
              </a:lnSpc>
              <a:spcBef>
                <a:spcPts val="0"/>
              </a:spcBef>
              <a:defRPr sz="4199">
                <a:solidFill>
                  <a:schemeClr val="tx1"/>
                </a:solidFill>
              </a:defRPr>
            </a:lvl4pPr>
            <a:lvl5pPr>
              <a:lnSpc>
                <a:spcPct val="100000"/>
              </a:lnSpc>
              <a:spcBef>
                <a:spcPts val="0"/>
              </a:spcBef>
              <a:defRPr sz="4299">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 name="Title 1">
            <a:extLst>
              <a:ext uri="{FF2B5EF4-FFF2-40B4-BE49-F238E27FC236}">
                <a16:creationId xmlns:a16="http://schemas.microsoft.com/office/drawing/2014/main" id="{D4B48808-B77B-7E67-E7EA-BCC945D4D51B}"/>
              </a:ext>
            </a:extLst>
          </p:cNvPr>
          <p:cNvSpPr>
            <a:spLocks noGrp="1"/>
          </p:cNvSpPr>
          <p:nvPr>
            <p:ph type="title" hasCustomPrompt="1"/>
          </p:nvPr>
        </p:nvSpPr>
        <p:spPr>
          <a:xfrm>
            <a:off x="287963" y="154800"/>
            <a:ext cx="2474590" cy="2667793"/>
          </a:xfrm>
        </p:spPr>
        <p:txBody>
          <a:bodyPr/>
          <a:lstStyle>
            <a:lvl1pPr>
              <a:lnSpc>
                <a:spcPct val="100000"/>
              </a:lnSpc>
              <a:defRPr sz="4199">
                <a:solidFill>
                  <a:schemeClr val="accent1"/>
                </a:solidFill>
              </a:defRPr>
            </a:lvl1pPr>
          </a:lstStyle>
          <a:p>
            <a:r>
              <a:rPr lang="en-US"/>
              <a:t>+000%</a:t>
            </a:r>
          </a:p>
        </p:txBody>
      </p:sp>
      <p:sp>
        <p:nvSpPr>
          <p:cNvPr id="5" name="Text Placeholder 4">
            <a:extLst>
              <a:ext uri="{FF2B5EF4-FFF2-40B4-BE49-F238E27FC236}">
                <a16:creationId xmlns:a16="http://schemas.microsoft.com/office/drawing/2014/main" id="{88378CF2-9CD6-2749-A489-08A4608D0BDA}"/>
              </a:ext>
            </a:extLst>
          </p:cNvPr>
          <p:cNvSpPr>
            <a:spLocks noGrp="1"/>
          </p:cNvSpPr>
          <p:nvPr>
            <p:ph type="body" sz="quarter" idx="11"/>
          </p:nvPr>
        </p:nvSpPr>
        <p:spPr>
          <a:xfrm>
            <a:off x="3333316" y="154800"/>
            <a:ext cx="5523781" cy="2667794"/>
          </a:xfrm>
        </p:spPr>
        <p:txBody>
          <a:bodyPr/>
          <a:lstStyle>
            <a:lvl1pPr>
              <a:lnSpc>
                <a:spcPct val="100000"/>
              </a:lnSpc>
              <a:spcBef>
                <a:spcPts val="0"/>
              </a:spcBef>
              <a:defRPr sz="4199">
                <a:solidFill>
                  <a:schemeClr val="tx1"/>
                </a:solidFill>
              </a:defRPr>
            </a:lvl1pPr>
            <a:lvl2pPr marL="393113" indent="-393113">
              <a:lnSpc>
                <a:spcPct val="100000"/>
              </a:lnSpc>
              <a:spcBef>
                <a:spcPts val="0"/>
              </a:spcBef>
              <a:defRPr sz="4199">
                <a:solidFill>
                  <a:schemeClr val="tx1"/>
                </a:solidFill>
              </a:defRPr>
            </a:lvl2pPr>
            <a:lvl3pPr marL="749658" indent="-393113">
              <a:lnSpc>
                <a:spcPct val="100000"/>
              </a:lnSpc>
              <a:spcBef>
                <a:spcPts val="0"/>
              </a:spcBef>
              <a:defRPr sz="4199">
                <a:solidFill>
                  <a:schemeClr val="tx1"/>
                </a:solidFill>
              </a:defRPr>
            </a:lvl3pPr>
            <a:lvl4pPr marL="1142771" indent="-393113">
              <a:lnSpc>
                <a:spcPct val="100000"/>
              </a:lnSpc>
              <a:spcBef>
                <a:spcPts val="0"/>
              </a:spcBef>
              <a:defRPr sz="4199">
                <a:solidFill>
                  <a:schemeClr val="tx1"/>
                </a:solidFill>
              </a:defRPr>
            </a:lvl4pPr>
            <a:lvl5pPr>
              <a:lnSpc>
                <a:spcPct val="100000"/>
              </a:lnSpc>
              <a:spcBef>
                <a:spcPts val="0"/>
              </a:spcBef>
              <a:defRPr sz="4299">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0" name="Straight Connector 9" descr="Horizontal row divider">
            <a:extLst>
              <a:ext uri="{FF2B5EF4-FFF2-40B4-BE49-F238E27FC236}">
                <a16:creationId xmlns:a16="http://schemas.microsoft.com/office/drawing/2014/main" id="{3D81813D-DA09-FCA0-D570-1E2D428C59E9}"/>
              </a:ext>
            </a:extLst>
          </p:cNvPr>
          <p:cNvCxnSpPr>
            <a:cxnSpLocks/>
          </p:cNvCxnSpPr>
          <p:nvPr userDrawn="1"/>
        </p:nvCxnSpPr>
        <p:spPr bwMode="auto">
          <a:xfrm>
            <a:off x="288887" y="3048866"/>
            <a:ext cx="11615813"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9" name="Text Placeholder 8">
            <a:extLst>
              <a:ext uri="{FF2B5EF4-FFF2-40B4-BE49-F238E27FC236}">
                <a16:creationId xmlns:a16="http://schemas.microsoft.com/office/drawing/2014/main" id="{A16C1F9D-1D2C-5BDA-E821-35CB4A8708F5}"/>
              </a:ext>
            </a:extLst>
          </p:cNvPr>
          <p:cNvSpPr>
            <a:spLocks noGrp="1"/>
          </p:cNvSpPr>
          <p:nvPr>
            <p:ph type="body" sz="quarter" idx="12" hasCustomPrompt="1"/>
          </p:nvPr>
        </p:nvSpPr>
        <p:spPr>
          <a:xfrm>
            <a:off x="287962" y="3297238"/>
            <a:ext cx="2473130" cy="2670048"/>
          </a:xfrm>
        </p:spPr>
        <p:txBody>
          <a:bodyPr/>
          <a:lstStyle>
            <a:lvl1pPr>
              <a:lnSpc>
                <a:spcPct val="100000"/>
              </a:lnSpc>
              <a:defRPr sz="4199">
                <a:solidFill>
                  <a:schemeClr val="accent1"/>
                </a:solidFill>
              </a:defRPr>
            </a:lvl1pPr>
            <a:lvl2pPr>
              <a:lnSpc>
                <a:spcPct val="100000"/>
              </a:lnSpc>
              <a:defRPr sz="4299">
                <a:solidFill>
                  <a:schemeClr val="accent1"/>
                </a:solidFill>
              </a:defRPr>
            </a:lvl2pPr>
            <a:lvl3pPr>
              <a:lnSpc>
                <a:spcPct val="100000"/>
              </a:lnSpc>
              <a:defRPr sz="4299">
                <a:solidFill>
                  <a:schemeClr val="accent1"/>
                </a:solidFill>
              </a:defRPr>
            </a:lvl3pPr>
            <a:lvl4pPr>
              <a:lnSpc>
                <a:spcPct val="100000"/>
              </a:lnSpc>
              <a:defRPr sz="4299">
                <a:solidFill>
                  <a:schemeClr val="accent1"/>
                </a:solidFill>
              </a:defRPr>
            </a:lvl4pPr>
            <a:lvl5pPr>
              <a:lnSpc>
                <a:spcPct val="100000"/>
              </a:lnSpc>
              <a:defRPr sz="4299">
                <a:solidFill>
                  <a:schemeClr val="accent1"/>
                </a:solidFill>
              </a:defRPr>
            </a:lvl5pPr>
          </a:lstStyle>
          <a:p>
            <a:pPr lvl="0"/>
            <a:r>
              <a:rPr lang="en-US"/>
              <a:t>+000M</a:t>
            </a:r>
          </a:p>
        </p:txBody>
      </p:sp>
      <p:sp>
        <p:nvSpPr>
          <p:cNvPr id="4" name="Footer Placeholder 3">
            <a:extLst>
              <a:ext uri="{FF2B5EF4-FFF2-40B4-BE49-F238E27FC236}">
                <a16:creationId xmlns:a16="http://schemas.microsoft.com/office/drawing/2014/main" id="{7B9ABB71-218D-3F6E-E3F7-5348FD395D22}"/>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B77BD92D-3A6C-2396-61D4-51D7CC5B1C0A}"/>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22557208"/>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ata, 3 callouts, horizontal">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26D02D-89A9-0455-FACB-7B6D03346E4C}"/>
              </a:ext>
            </a:extLst>
          </p:cNvPr>
          <p:cNvSpPr>
            <a:spLocks noGrp="1"/>
          </p:cNvSpPr>
          <p:nvPr>
            <p:ph type="title"/>
          </p:nvPr>
        </p:nvSpPr>
        <p:spPr>
          <a:xfrm>
            <a:off x="287999" y="288036"/>
            <a:ext cx="2474590" cy="1642364"/>
          </a:xfrm>
        </p:spPr>
        <p:txBody>
          <a:bodyPr/>
          <a:lstStyle>
            <a:lvl1pPr>
              <a:lnSpc>
                <a:spcPct val="110000"/>
              </a:lnSpc>
              <a:defRPr sz="1800">
                <a:solidFill>
                  <a:schemeClr val="tx2"/>
                </a:solidFill>
              </a:defRPr>
            </a:lvl1pPr>
          </a:lstStyle>
          <a:p>
            <a:r>
              <a:rPr lang="en-US"/>
              <a:t>Click to edit Master title style</a:t>
            </a:r>
          </a:p>
        </p:txBody>
      </p:sp>
      <p:sp>
        <p:nvSpPr>
          <p:cNvPr id="16" name="Text Placeholder 15">
            <a:extLst>
              <a:ext uri="{FF2B5EF4-FFF2-40B4-BE49-F238E27FC236}">
                <a16:creationId xmlns:a16="http://schemas.microsoft.com/office/drawing/2014/main" id="{BBB79390-98CC-5F62-D373-F6646F767DD0}"/>
              </a:ext>
            </a:extLst>
          </p:cNvPr>
          <p:cNvSpPr>
            <a:spLocks noGrp="1"/>
          </p:cNvSpPr>
          <p:nvPr>
            <p:ph type="body" sz="quarter" idx="15" hasCustomPrompt="1"/>
          </p:nvPr>
        </p:nvSpPr>
        <p:spPr>
          <a:xfrm>
            <a:off x="3333316" y="192024"/>
            <a:ext cx="2475384" cy="1429544"/>
          </a:xfrm>
        </p:spPr>
        <p:txBody>
          <a:bodyPr/>
          <a:lstStyle>
            <a:lvl1pPr>
              <a:lnSpc>
                <a:spcPct val="90000"/>
              </a:lnSpc>
              <a:defRPr sz="6599">
                <a:solidFill>
                  <a:schemeClr val="accent1"/>
                </a:solidFill>
              </a:defRPr>
            </a:lvl1pPr>
            <a:lvl2pPr marL="0" indent="0">
              <a:buNone/>
              <a:defRPr/>
            </a:lvl2pPr>
          </a:lstStyle>
          <a:p>
            <a:r>
              <a:rPr lang="en-US"/>
              <a:t>00%</a:t>
            </a:r>
          </a:p>
        </p:txBody>
      </p:sp>
      <p:sp>
        <p:nvSpPr>
          <p:cNvPr id="7" name="Text Placeholder 6">
            <a:extLst>
              <a:ext uri="{FF2B5EF4-FFF2-40B4-BE49-F238E27FC236}">
                <a16:creationId xmlns:a16="http://schemas.microsoft.com/office/drawing/2014/main" id="{FDDE7F16-A938-0D17-3BFA-034F142A8082}"/>
              </a:ext>
            </a:extLst>
          </p:cNvPr>
          <p:cNvSpPr>
            <a:spLocks noGrp="1"/>
          </p:cNvSpPr>
          <p:nvPr>
            <p:ph type="body" sz="quarter" idx="12"/>
          </p:nvPr>
        </p:nvSpPr>
        <p:spPr>
          <a:xfrm>
            <a:off x="6380919" y="286449"/>
            <a:ext cx="3809504" cy="1429544"/>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7" name="Straight Connector 16" descr="Horizontal row divider">
            <a:extLst>
              <a:ext uri="{FF2B5EF4-FFF2-40B4-BE49-F238E27FC236}">
                <a16:creationId xmlns:a16="http://schemas.microsoft.com/office/drawing/2014/main" id="{1103109C-6DA9-8F27-B4B1-EE276442E489}"/>
              </a:ext>
            </a:extLst>
          </p:cNvPr>
          <p:cNvCxnSpPr/>
          <p:nvPr userDrawn="1"/>
        </p:nvCxnSpPr>
        <p:spPr bwMode="auto">
          <a:xfrm>
            <a:off x="3333316" y="2287588"/>
            <a:ext cx="857138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8" name="Text Placeholder 17">
            <a:extLst>
              <a:ext uri="{FF2B5EF4-FFF2-40B4-BE49-F238E27FC236}">
                <a16:creationId xmlns:a16="http://schemas.microsoft.com/office/drawing/2014/main" id="{3516E6B1-7020-1EA5-CDD4-B1FC6CE2740C}"/>
              </a:ext>
            </a:extLst>
          </p:cNvPr>
          <p:cNvSpPr>
            <a:spLocks noGrp="1"/>
          </p:cNvSpPr>
          <p:nvPr>
            <p:ph type="body" sz="quarter" idx="16" hasCustomPrompt="1"/>
          </p:nvPr>
        </p:nvSpPr>
        <p:spPr>
          <a:xfrm>
            <a:off x="3333316" y="2478911"/>
            <a:ext cx="2475384" cy="1428753"/>
          </a:xfrm>
        </p:spPr>
        <p:txBody>
          <a:bodyPr/>
          <a:lstStyle>
            <a:lvl1pPr>
              <a:lnSpc>
                <a:spcPct val="90000"/>
              </a:lnSpc>
              <a:defRPr sz="6599">
                <a:solidFill>
                  <a:schemeClr val="accent1"/>
                </a:solidFill>
              </a:defRPr>
            </a:lvl1pPr>
          </a:lstStyle>
          <a:p>
            <a:r>
              <a:rPr lang="en-US"/>
              <a:t>00%</a:t>
            </a:r>
          </a:p>
        </p:txBody>
      </p:sp>
      <p:sp>
        <p:nvSpPr>
          <p:cNvPr id="9" name="Text Placeholder 8">
            <a:extLst>
              <a:ext uri="{FF2B5EF4-FFF2-40B4-BE49-F238E27FC236}">
                <a16:creationId xmlns:a16="http://schemas.microsoft.com/office/drawing/2014/main" id="{3F3FD8FB-143C-CB66-123C-0495EB1C33B7}"/>
              </a:ext>
            </a:extLst>
          </p:cNvPr>
          <p:cNvSpPr>
            <a:spLocks noGrp="1"/>
          </p:cNvSpPr>
          <p:nvPr>
            <p:ph type="body" sz="quarter" idx="13"/>
          </p:nvPr>
        </p:nvSpPr>
        <p:spPr>
          <a:xfrm>
            <a:off x="6380919" y="2562985"/>
            <a:ext cx="3809504" cy="1428750"/>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5" name="Straight Connector 14" descr="Horizontal row divider">
            <a:extLst>
              <a:ext uri="{FF2B5EF4-FFF2-40B4-BE49-F238E27FC236}">
                <a16:creationId xmlns:a16="http://schemas.microsoft.com/office/drawing/2014/main" id="{687931BB-B3EF-829C-B354-B048514D5138}"/>
              </a:ext>
            </a:extLst>
          </p:cNvPr>
          <p:cNvCxnSpPr/>
          <p:nvPr userDrawn="1"/>
        </p:nvCxnSpPr>
        <p:spPr bwMode="auto">
          <a:xfrm>
            <a:off x="3333316" y="4570413"/>
            <a:ext cx="8571384"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20" name="Text Placeholder 19">
            <a:extLst>
              <a:ext uri="{FF2B5EF4-FFF2-40B4-BE49-F238E27FC236}">
                <a16:creationId xmlns:a16="http://schemas.microsoft.com/office/drawing/2014/main" id="{AC11D906-6DD0-910D-48BA-0C197C90AA45}"/>
              </a:ext>
            </a:extLst>
          </p:cNvPr>
          <p:cNvSpPr>
            <a:spLocks noGrp="1"/>
          </p:cNvSpPr>
          <p:nvPr>
            <p:ph type="body" sz="quarter" idx="17" hasCustomPrompt="1"/>
          </p:nvPr>
        </p:nvSpPr>
        <p:spPr>
          <a:xfrm>
            <a:off x="3333317" y="4763323"/>
            <a:ext cx="2475383" cy="1334265"/>
          </a:xfrm>
        </p:spPr>
        <p:txBody>
          <a:bodyPr/>
          <a:lstStyle>
            <a:lvl1pPr>
              <a:lnSpc>
                <a:spcPct val="90000"/>
              </a:lnSpc>
              <a:defRPr sz="6599">
                <a:solidFill>
                  <a:schemeClr val="accent1"/>
                </a:solidFill>
              </a:defRPr>
            </a:lvl1pPr>
          </a:lstStyle>
          <a:p>
            <a:r>
              <a:rPr lang="en-US"/>
              <a:t>00%</a:t>
            </a:r>
          </a:p>
        </p:txBody>
      </p:sp>
      <p:sp>
        <p:nvSpPr>
          <p:cNvPr id="11" name="Text Placeholder 10">
            <a:extLst>
              <a:ext uri="{FF2B5EF4-FFF2-40B4-BE49-F238E27FC236}">
                <a16:creationId xmlns:a16="http://schemas.microsoft.com/office/drawing/2014/main" id="{BA1063D1-FD79-491C-791B-87858EA0CB85}"/>
              </a:ext>
            </a:extLst>
          </p:cNvPr>
          <p:cNvSpPr>
            <a:spLocks noGrp="1"/>
          </p:cNvSpPr>
          <p:nvPr>
            <p:ph type="body" sz="quarter" idx="14"/>
          </p:nvPr>
        </p:nvSpPr>
        <p:spPr>
          <a:xfrm>
            <a:off x="6380919" y="4835205"/>
            <a:ext cx="3809504" cy="1262383"/>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1B7E465D-4B5F-2DAE-57C4-590983308A95}"/>
              </a:ext>
            </a:extLst>
          </p:cNvPr>
          <p:cNvSpPr>
            <a:spLocks noGrp="1"/>
          </p:cNvSpPr>
          <p:nvPr>
            <p:ph type="body" sz="quarter" idx="11"/>
          </p:nvPr>
        </p:nvSpPr>
        <p:spPr>
          <a:xfrm>
            <a:off x="3333316" y="6029325"/>
            <a:ext cx="2475384" cy="571500"/>
          </a:xfrm>
        </p:spPr>
        <p:txBody>
          <a:bodyPr anchor="b"/>
          <a:lstStyle>
            <a:lvl1pPr>
              <a:lnSpc>
                <a:spcPct val="120000"/>
              </a:lnSpc>
              <a:spcBef>
                <a:spcPts val="0"/>
              </a:spcBef>
              <a:defRPr sz="800" b="0" i="0">
                <a:solidFill>
                  <a:schemeClr val="tx1"/>
                </a:solidFill>
                <a:latin typeface="IBM Plex Sans" panose="020B0503050203000203" pitchFamily="34" charset="0"/>
              </a:defRPr>
            </a:lvl1pPr>
            <a:lvl2pPr>
              <a:lnSpc>
                <a:spcPct val="120000"/>
              </a:lnSpc>
              <a:spcBef>
                <a:spcPts val="0"/>
              </a:spcBef>
              <a:defRPr sz="800" b="0" i="0">
                <a:solidFill>
                  <a:schemeClr val="tx1"/>
                </a:solidFill>
                <a:latin typeface="IBM Plex Sans" panose="020B0503050203000203" pitchFamily="34" charset="0"/>
              </a:defRPr>
            </a:lvl2pPr>
            <a:lvl3pPr>
              <a:lnSpc>
                <a:spcPct val="120000"/>
              </a:lnSpc>
              <a:spcBef>
                <a:spcPts val="0"/>
              </a:spcBef>
              <a:defRPr sz="800" b="0" i="0">
                <a:solidFill>
                  <a:schemeClr val="tx1"/>
                </a:solidFill>
                <a:latin typeface="IBM Plex Sans" panose="020B0503050203000203" pitchFamily="34" charset="0"/>
              </a:defRPr>
            </a:lvl3pPr>
            <a:lvl4pPr>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8495C3AC-E4B9-F837-204B-FF01953D40BE}"/>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22119C11-B0BD-168C-0C07-D70B259D3906}"/>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065668135"/>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4 columns ">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288036"/>
            <a:ext cx="2470717" cy="762794"/>
          </a:xfrm>
        </p:spPr>
        <p:txBody>
          <a:bodyPr/>
          <a:lstStyle>
            <a:lvl1pPr>
              <a:lnSpc>
                <a:spcPct val="110000"/>
              </a:lnSpc>
              <a:defRPr sz="1400">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1C17B282-9F6A-839A-442D-69BC9DF3749A}"/>
              </a:ext>
            </a:extLst>
          </p:cNvPr>
          <p:cNvSpPr>
            <a:spLocks noGrp="1"/>
          </p:cNvSpPr>
          <p:nvPr>
            <p:ph type="body" sz="quarter" idx="11"/>
          </p:nvPr>
        </p:nvSpPr>
        <p:spPr>
          <a:xfrm>
            <a:off x="287963" y="1524000"/>
            <a:ext cx="2477765"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4904" y="1524000"/>
            <a:ext cx="2475384"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9168" y="1524000"/>
            <a:ext cx="2476178"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p:ph type="body" sz="quarter" idx="14"/>
          </p:nvPr>
        </p:nvSpPr>
        <p:spPr>
          <a:xfrm>
            <a:off x="9430110" y="1524000"/>
            <a:ext cx="2479352"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2D830AE7-F6A6-A339-0B24-876A9554C9E3}"/>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31A616C3-34A8-1D7A-67C9-8B76F2D30BD0}"/>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121240223"/>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4 columns, short divider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4903" y="288036"/>
            <a:ext cx="2477765" cy="762794"/>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0" name="Straight Connector 19" descr="Vertical column divider">
            <a:extLst>
              <a:ext uri="{FF2B5EF4-FFF2-40B4-BE49-F238E27FC236}">
                <a16:creationId xmlns:a16="http://schemas.microsoft.com/office/drawing/2014/main" id="{ABAB2974-AD95-0BF2-C41A-265AEF03B4F7}"/>
              </a:ext>
            </a:extLst>
          </p:cNvPr>
          <p:cNvCxnSpPr>
            <a:cxnSpLocks/>
          </p:cNvCxnSpPr>
          <p:nvPr userDrawn="1"/>
        </p:nvCxnSpPr>
        <p:spPr bwMode="auto">
          <a:xfrm>
            <a:off x="3047603" y="1522413"/>
            <a:ext cx="0" cy="45727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1" name="Straight Connector 20" descr="Vertical column divider">
            <a:extLst>
              <a:ext uri="{FF2B5EF4-FFF2-40B4-BE49-F238E27FC236}">
                <a16:creationId xmlns:a16="http://schemas.microsoft.com/office/drawing/2014/main" id="{CDB8CB8D-C4DB-E357-4948-59CD6A18A9DC}"/>
              </a:ext>
            </a:extLst>
          </p:cNvPr>
          <p:cNvCxnSpPr/>
          <p:nvPr userDrawn="1"/>
        </p:nvCxnSpPr>
        <p:spPr bwMode="auto">
          <a:xfrm>
            <a:off x="6093683" y="1522413"/>
            <a:ext cx="0" cy="4575175"/>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22" name="Straight Connector 21" descr="Vertical column divider">
            <a:extLst>
              <a:ext uri="{FF2B5EF4-FFF2-40B4-BE49-F238E27FC236}">
                <a16:creationId xmlns:a16="http://schemas.microsoft.com/office/drawing/2014/main" id="{8B5887E5-28C4-AA99-EBD5-E34B88F46F25}"/>
              </a:ext>
            </a:extLst>
          </p:cNvPr>
          <p:cNvCxnSpPr/>
          <p:nvPr userDrawn="1"/>
        </p:nvCxnSpPr>
        <p:spPr bwMode="auto">
          <a:xfrm>
            <a:off x="9142810" y="1522413"/>
            <a:ext cx="0" cy="4575175"/>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4" name="Footer Placeholder 3">
            <a:extLst>
              <a:ext uri="{FF2B5EF4-FFF2-40B4-BE49-F238E27FC236}">
                <a16:creationId xmlns:a16="http://schemas.microsoft.com/office/drawing/2014/main" id="{9A5E154F-497D-F356-4526-C17B1B098AC9}"/>
              </a:ext>
            </a:extLst>
          </p:cNvPr>
          <p:cNvSpPr>
            <a:spLocks noGrp="1"/>
          </p:cNvSpPr>
          <p:nvPr userDrawn="1">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A3714515-3CA1-0F75-0503-3208A09DFA76}"/>
              </a:ext>
            </a:extLst>
          </p:cNvPr>
          <p:cNvSpPr txBox="1">
            <a:spLocks noGrp="1"/>
          </p:cNvSpPr>
          <p:nvPr userDrawn="1">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10" name="Text Placeholder 4">
            <a:extLst>
              <a:ext uri="{FF2B5EF4-FFF2-40B4-BE49-F238E27FC236}">
                <a16:creationId xmlns:a16="http://schemas.microsoft.com/office/drawing/2014/main" id="{4B531E36-2064-83A6-3D5A-E40E324F8495}"/>
              </a:ext>
            </a:extLst>
          </p:cNvPr>
          <p:cNvSpPr>
            <a:spLocks noGrp="1"/>
          </p:cNvSpPr>
          <p:nvPr userDrawn="1">
            <p:ph type="body" sz="quarter" idx="11"/>
          </p:nvPr>
        </p:nvSpPr>
        <p:spPr>
          <a:xfrm>
            <a:off x="291173" y="1524000"/>
            <a:ext cx="2477765"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6">
            <a:extLst>
              <a:ext uri="{FF2B5EF4-FFF2-40B4-BE49-F238E27FC236}">
                <a16:creationId xmlns:a16="http://schemas.microsoft.com/office/drawing/2014/main" id="{70587680-FBD6-A326-93E3-B3437A4124A3}"/>
              </a:ext>
            </a:extLst>
          </p:cNvPr>
          <p:cNvSpPr>
            <a:spLocks noGrp="1"/>
          </p:cNvSpPr>
          <p:nvPr userDrawn="1">
            <p:ph type="body" sz="quarter" idx="12"/>
          </p:nvPr>
        </p:nvSpPr>
        <p:spPr>
          <a:xfrm>
            <a:off x="3334904" y="1524000"/>
            <a:ext cx="2475384"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8">
            <a:extLst>
              <a:ext uri="{FF2B5EF4-FFF2-40B4-BE49-F238E27FC236}">
                <a16:creationId xmlns:a16="http://schemas.microsoft.com/office/drawing/2014/main" id="{CAE80882-A798-33A6-BF3F-DF9C75646C23}"/>
              </a:ext>
            </a:extLst>
          </p:cNvPr>
          <p:cNvSpPr>
            <a:spLocks noGrp="1"/>
          </p:cNvSpPr>
          <p:nvPr userDrawn="1">
            <p:ph type="body" sz="quarter" idx="13"/>
          </p:nvPr>
        </p:nvSpPr>
        <p:spPr>
          <a:xfrm>
            <a:off x="6389168" y="1524000"/>
            <a:ext cx="2476178"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Text Placeholder 10">
            <a:extLst>
              <a:ext uri="{FF2B5EF4-FFF2-40B4-BE49-F238E27FC236}">
                <a16:creationId xmlns:a16="http://schemas.microsoft.com/office/drawing/2014/main" id="{1809E051-5EDC-532B-0D86-AA9349AAA053}"/>
              </a:ext>
            </a:extLst>
          </p:cNvPr>
          <p:cNvSpPr>
            <a:spLocks noGrp="1"/>
          </p:cNvSpPr>
          <p:nvPr userDrawn="1">
            <p:ph type="body" sz="quarter" idx="14"/>
          </p:nvPr>
        </p:nvSpPr>
        <p:spPr>
          <a:xfrm>
            <a:off x="9430110" y="1524000"/>
            <a:ext cx="2479352"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39387246"/>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4 columns, dividers, headlin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288036"/>
            <a:ext cx="2474590" cy="1234377"/>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3316" y="288036"/>
            <a:ext cx="2477765" cy="921519"/>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3316" y="1523999"/>
            <a:ext cx="2475384" cy="4578351"/>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9168" y="288036"/>
            <a:ext cx="2476178" cy="921519"/>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9168" y="1524000"/>
            <a:ext cx="2476178" cy="4578350"/>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4" name="Straight Connector 13" descr="Vertical column divider">
            <a:extLst>
              <a:ext uri="{FF2B5EF4-FFF2-40B4-BE49-F238E27FC236}">
                <a16:creationId xmlns:a16="http://schemas.microsoft.com/office/drawing/2014/main" id="{C6EB28FF-C21F-A83D-2D19-2242B76C6B09}"/>
              </a:ext>
            </a:extLst>
          </p:cNvPr>
          <p:cNvCxnSpPr>
            <a:cxnSpLocks/>
          </p:cNvCxnSpPr>
          <p:nvPr userDrawn="1"/>
        </p:nvCxnSpPr>
        <p:spPr bwMode="auto">
          <a:xfrm>
            <a:off x="3047603"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descr="Vertical column divider">
            <a:extLst>
              <a:ext uri="{FF2B5EF4-FFF2-40B4-BE49-F238E27FC236}">
                <a16:creationId xmlns:a16="http://schemas.microsoft.com/office/drawing/2014/main" id="{3D7A0E74-695D-C6F5-07CD-01209D58A70A}"/>
              </a:ext>
            </a:extLst>
          </p:cNvPr>
          <p:cNvCxnSpPr>
            <a:cxnSpLocks/>
          </p:cNvCxnSpPr>
          <p:nvPr userDrawn="1"/>
        </p:nvCxnSpPr>
        <p:spPr bwMode="auto">
          <a:xfrm>
            <a:off x="6093683"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9" name="Straight Connector 18" descr="Vertical column divider">
            <a:extLst>
              <a:ext uri="{FF2B5EF4-FFF2-40B4-BE49-F238E27FC236}">
                <a16:creationId xmlns:a16="http://schemas.microsoft.com/office/drawing/2014/main" id="{19E1AC9A-B000-435B-E4BC-54B09FB7957C}"/>
              </a:ext>
            </a:extLst>
          </p:cNvPr>
          <p:cNvCxnSpPr>
            <a:cxnSpLocks/>
          </p:cNvCxnSpPr>
          <p:nvPr userDrawn="1"/>
        </p:nvCxnSpPr>
        <p:spPr bwMode="auto">
          <a:xfrm>
            <a:off x="9142810"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3" name="Text Placeholder 12">
            <a:extLst>
              <a:ext uri="{FF2B5EF4-FFF2-40B4-BE49-F238E27FC236}">
                <a16:creationId xmlns:a16="http://schemas.microsoft.com/office/drawing/2014/main" id="{2A62B128-D226-0D9B-89EC-51AFD07F30CF}"/>
              </a:ext>
            </a:extLst>
          </p:cNvPr>
          <p:cNvSpPr>
            <a:spLocks noGrp="1"/>
          </p:cNvSpPr>
          <p:nvPr userDrawn="1">
            <p:ph type="body" sz="quarter" idx="17"/>
          </p:nvPr>
        </p:nvSpPr>
        <p:spPr>
          <a:xfrm>
            <a:off x="9428522" y="288036"/>
            <a:ext cx="2479352" cy="921519"/>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userDrawn="1">
            <p:ph type="body" sz="quarter" idx="14"/>
          </p:nvPr>
        </p:nvSpPr>
        <p:spPr>
          <a:xfrm>
            <a:off x="9428522" y="1524000"/>
            <a:ext cx="2479352" cy="4578350"/>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6C3F2C39-1D80-7B1C-F53D-B11D6327AF07}"/>
              </a:ext>
            </a:extLst>
          </p:cNvPr>
          <p:cNvSpPr>
            <a:spLocks noGrp="1"/>
          </p:cNvSpPr>
          <p:nvPr userDrawn="1">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56961C62-D766-8A68-1FA3-BF6BE095543D}"/>
              </a:ext>
            </a:extLst>
          </p:cNvPr>
          <p:cNvSpPr txBox="1">
            <a:spLocks noGrp="1"/>
          </p:cNvSpPr>
          <p:nvPr userDrawn="1">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486511414"/>
      </p:ext>
    </p:extLst>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4 columns, dividers, pictogram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734332-B5B5-4358-3C72-8B35F374A887}"/>
              </a:ext>
            </a:extLst>
          </p:cNvPr>
          <p:cNvSpPr>
            <a:spLocks noGrp="1"/>
          </p:cNvSpPr>
          <p:nvPr>
            <p:ph type="title"/>
          </p:nvPr>
        </p:nvSpPr>
        <p:spPr>
          <a:xfrm>
            <a:off x="287999" y="288036"/>
            <a:ext cx="2474590" cy="1048544"/>
          </a:xfrm>
        </p:spPr>
        <p:txBody>
          <a:bodyPr/>
          <a:lstStyle>
            <a:lvl1pPr>
              <a:lnSpc>
                <a:spcPct val="110000"/>
              </a:lnSpc>
              <a:defRPr sz="1200">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A59C4772-2960-241E-274D-18A4B5568DAB}"/>
              </a:ext>
            </a:extLst>
          </p:cNvPr>
          <p:cNvSpPr>
            <a:spLocks noGrp="1"/>
          </p:cNvSpPr>
          <p:nvPr>
            <p:ph type="body" sz="quarter" idx="11"/>
          </p:nvPr>
        </p:nvSpPr>
        <p:spPr>
          <a:xfrm>
            <a:off x="287963" y="1524000"/>
            <a:ext cx="2470717" cy="2289175"/>
          </a:xfrm>
        </p:spPr>
        <p:txBody>
          <a:bodyPr/>
          <a:lstStyle>
            <a:lvl1pPr>
              <a:lnSpc>
                <a:spcPct val="100000"/>
              </a:lnSpc>
              <a:spcBef>
                <a:spcPts val="0"/>
              </a:spcBef>
              <a:defRPr sz="1800">
                <a:solidFill>
                  <a:schemeClr val="tx1"/>
                </a:solidFill>
              </a:defRPr>
            </a:lvl1pPr>
          </a:lstStyle>
          <a:p>
            <a:pPr lvl="0"/>
            <a:r>
              <a:rPr lang="en-US"/>
              <a:t>Click to edit Master text styles</a:t>
            </a:r>
          </a:p>
        </p:txBody>
      </p:sp>
      <p:sp>
        <p:nvSpPr>
          <p:cNvPr id="14" name="Picture Placeholder 13" descr="Place pictogram here">
            <a:extLst>
              <a:ext uri="{FF2B5EF4-FFF2-40B4-BE49-F238E27FC236}">
                <a16:creationId xmlns:a16="http://schemas.microsoft.com/office/drawing/2014/main" id="{637C5D5A-A533-DB2D-8BBE-C9DAA013CA01}"/>
              </a:ext>
            </a:extLst>
          </p:cNvPr>
          <p:cNvSpPr>
            <a:spLocks noGrp="1"/>
          </p:cNvSpPr>
          <p:nvPr>
            <p:ph type="pic" sz="quarter" idx="15" hasCustomPrompt="1"/>
          </p:nvPr>
        </p:nvSpPr>
        <p:spPr>
          <a:xfrm>
            <a:off x="3333316" y="288036"/>
            <a:ext cx="607997" cy="608076"/>
          </a:xfrm>
        </p:spPr>
        <p:txBody>
          <a:bodyPr anchor="ctr"/>
          <a:lstStyle>
            <a:lvl1pPr algn="ctr">
              <a:defRPr sz="800">
                <a:solidFill>
                  <a:schemeClr val="tx1"/>
                </a:solidFill>
              </a:defRPr>
            </a:lvl1pPr>
          </a:lstStyle>
          <a:p>
            <a:r>
              <a:rPr lang="en-US"/>
              <a:t>Pictogram</a:t>
            </a:r>
          </a:p>
        </p:txBody>
      </p:sp>
      <p:sp>
        <p:nvSpPr>
          <p:cNvPr id="10" name="Text Placeholder 9">
            <a:extLst>
              <a:ext uri="{FF2B5EF4-FFF2-40B4-BE49-F238E27FC236}">
                <a16:creationId xmlns:a16="http://schemas.microsoft.com/office/drawing/2014/main" id="{627CF39F-F0FC-7815-2582-A13E0599BC21}"/>
              </a:ext>
            </a:extLst>
          </p:cNvPr>
          <p:cNvSpPr>
            <a:spLocks noGrp="1"/>
          </p:cNvSpPr>
          <p:nvPr>
            <p:ph type="body" sz="quarter" idx="12"/>
          </p:nvPr>
        </p:nvSpPr>
        <p:spPr>
          <a:xfrm>
            <a:off x="3334904" y="1524000"/>
            <a:ext cx="2475384" cy="4576763"/>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13" descr="Place pictogram here">
            <a:extLst>
              <a:ext uri="{FF2B5EF4-FFF2-40B4-BE49-F238E27FC236}">
                <a16:creationId xmlns:a16="http://schemas.microsoft.com/office/drawing/2014/main" id="{81413BEF-DDD1-548F-409B-224DE030B67E}"/>
              </a:ext>
            </a:extLst>
          </p:cNvPr>
          <p:cNvSpPr>
            <a:spLocks noGrp="1"/>
          </p:cNvSpPr>
          <p:nvPr>
            <p:ph type="pic" sz="quarter" idx="16" hasCustomPrompt="1"/>
          </p:nvPr>
        </p:nvSpPr>
        <p:spPr>
          <a:xfrm>
            <a:off x="6389168" y="288036"/>
            <a:ext cx="607997" cy="608076"/>
          </a:xfrm>
        </p:spPr>
        <p:txBody>
          <a:bodyPr anchor="ctr"/>
          <a:lstStyle>
            <a:lvl1pPr algn="ctr">
              <a:defRPr sz="800">
                <a:solidFill>
                  <a:schemeClr val="tx1"/>
                </a:solidFill>
              </a:defRPr>
            </a:lvl1pPr>
          </a:lstStyle>
          <a:p>
            <a:r>
              <a:rPr lang="en-US"/>
              <a:t>Pictogram</a:t>
            </a:r>
          </a:p>
        </p:txBody>
      </p:sp>
      <p:sp>
        <p:nvSpPr>
          <p:cNvPr id="11" name="Text Placeholder 9">
            <a:extLst>
              <a:ext uri="{FF2B5EF4-FFF2-40B4-BE49-F238E27FC236}">
                <a16:creationId xmlns:a16="http://schemas.microsoft.com/office/drawing/2014/main" id="{68C92137-8AC3-46D8-C9A2-F6F058938BEF}"/>
              </a:ext>
            </a:extLst>
          </p:cNvPr>
          <p:cNvSpPr>
            <a:spLocks noGrp="1"/>
          </p:cNvSpPr>
          <p:nvPr>
            <p:ph type="body" sz="quarter" idx="13"/>
          </p:nvPr>
        </p:nvSpPr>
        <p:spPr>
          <a:xfrm>
            <a:off x="6389168" y="1524000"/>
            <a:ext cx="2470738" cy="4576762"/>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Picture Placeholder 13" descr="Place pictogram here">
            <a:extLst>
              <a:ext uri="{FF2B5EF4-FFF2-40B4-BE49-F238E27FC236}">
                <a16:creationId xmlns:a16="http://schemas.microsoft.com/office/drawing/2014/main" id="{B37C3DBB-1177-5FC6-7F7F-E6C5931C9620}"/>
              </a:ext>
            </a:extLst>
          </p:cNvPr>
          <p:cNvSpPr>
            <a:spLocks noGrp="1"/>
          </p:cNvSpPr>
          <p:nvPr>
            <p:ph type="pic" sz="quarter" idx="17" hasCustomPrompt="1"/>
          </p:nvPr>
        </p:nvSpPr>
        <p:spPr>
          <a:xfrm>
            <a:off x="9428522" y="288036"/>
            <a:ext cx="607997" cy="608076"/>
          </a:xfrm>
        </p:spPr>
        <p:txBody>
          <a:bodyPr anchor="ctr"/>
          <a:lstStyle>
            <a:lvl1pPr algn="ctr">
              <a:defRPr sz="800">
                <a:solidFill>
                  <a:schemeClr val="tx1"/>
                </a:solidFill>
              </a:defRPr>
            </a:lvl1pPr>
          </a:lstStyle>
          <a:p>
            <a:r>
              <a:rPr lang="en-US"/>
              <a:t>Pictogram</a:t>
            </a:r>
          </a:p>
        </p:txBody>
      </p:sp>
      <p:sp>
        <p:nvSpPr>
          <p:cNvPr id="12" name="Text Placeholder 9">
            <a:extLst>
              <a:ext uri="{FF2B5EF4-FFF2-40B4-BE49-F238E27FC236}">
                <a16:creationId xmlns:a16="http://schemas.microsoft.com/office/drawing/2014/main" id="{AC380211-AA5F-2F8D-309F-DC766DF1EF52}"/>
              </a:ext>
            </a:extLst>
          </p:cNvPr>
          <p:cNvSpPr>
            <a:spLocks noGrp="1"/>
          </p:cNvSpPr>
          <p:nvPr>
            <p:ph type="body" sz="quarter" idx="14"/>
          </p:nvPr>
        </p:nvSpPr>
        <p:spPr>
          <a:xfrm>
            <a:off x="9430111" y="1524000"/>
            <a:ext cx="2470621" cy="4576763"/>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8C59ECBB-8567-F0FF-2B81-7CCA543AC3AF}"/>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193F0BFF-6925-3869-6436-5F209217E4E7}"/>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4" name="Straight Connector 3" descr="Vertical column divider">
            <a:extLst>
              <a:ext uri="{FF2B5EF4-FFF2-40B4-BE49-F238E27FC236}">
                <a16:creationId xmlns:a16="http://schemas.microsoft.com/office/drawing/2014/main" id="{3EC1ADC5-863A-1C19-32F5-F71459CCBF15}"/>
              </a:ext>
            </a:extLst>
          </p:cNvPr>
          <p:cNvCxnSpPr>
            <a:cxnSpLocks/>
          </p:cNvCxnSpPr>
          <p:nvPr userDrawn="1"/>
        </p:nvCxnSpPr>
        <p:spPr bwMode="auto">
          <a:xfrm>
            <a:off x="3047603" y="285052"/>
            <a:ext cx="0" cy="581571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6" name="Straight Connector 5" descr="Vertical column divider">
            <a:extLst>
              <a:ext uri="{FF2B5EF4-FFF2-40B4-BE49-F238E27FC236}">
                <a16:creationId xmlns:a16="http://schemas.microsoft.com/office/drawing/2014/main" id="{72E1DB67-171C-F7FE-B9F6-5778755FF746}"/>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8" name="Straight Connector 7" descr="Vertical column divider">
            <a:extLst>
              <a:ext uri="{FF2B5EF4-FFF2-40B4-BE49-F238E27FC236}">
                <a16:creationId xmlns:a16="http://schemas.microsoft.com/office/drawing/2014/main" id="{6EF3DAE3-95FD-80AD-F6F4-79B5745FA451}"/>
              </a:ext>
            </a:extLst>
          </p:cNvPr>
          <p:cNvCxnSpPr>
            <a:cxnSpLocks/>
          </p:cNvCxnSpPr>
          <p:nvPr userDrawn="1"/>
        </p:nvCxnSpPr>
        <p:spPr bwMode="auto">
          <a:xfrm>
            <a:off x="9142810"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8594520"/>
      </p:ext>
    </p:extLst>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1 wide column, divid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192024"/>
            <a:ext cx="2470717" cy="1558989"/>
          </a:xfrm>
        </p:spPr>
        <p:txBody>
          <a:bodyPr/>
          <a:lstStyle>
            <a:lvl1pPr>
              <a:lnSpc>
                <a:spcPct val="100000"/>
              </a:lnSpc>
              <a:defRPr sz="3399">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4142" y="192024"/>
            <a:ext cx="2475385" cy="1100635"/>
          </a:xfrm>
        </p:spPr>
        <p:txBody>
          <a:bodyPr/>
          <a:lstStyle>
            <a:lvl1pPr>
              <a:lnSpc>
                <a:spcPct val="100000"/>
              </a:lnSpc>
              <a:spcBef>
                <a:spcPts val="0"/>
              </a:spcBef>
              <a:defRPr sz="3399">
                <a:solidFill>
                  <a:schemeClr val="tx2"/>
                </a:solidFill>
              </a:defRPr>
            </a:lvl1pPr>
            <a:lvl2pPr>
              <a:spcBef>
                <a:spcPts val="0"/>
              </a:spcBef>
              <a:defRPr sz="1400"/>
            </a:lvl2pPr>
            <a:lvl3pPr>
              <a:spcBef>
                <a:spcPts val="0"/>
              </a:spcBef>
              <a:defRPr sz="1400"/>
            </a:lvl3pPr>
            <a:lvl4pPr>
              <a:spcBef>
                <a:spcPts val="0"/>
              </a:spcBef>
              <a:defRPr sz="1400"/>
            </a:lvl4pPr>
            <a:lvl5pPr>
              <a:spcBef>
                <a:spcPts val="0"/>
              </a:spcBef>
              <a:defRPr sz="1400"/>
            </a:lvl5pPr>
          </a:lstStyle>
          <a:p>
            <a:pPr lvl="0"/>
            <a:r>
              <a:rPr lang="en-US"/>
              <a:t>Click to edit Master text styles</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4143" y="1524000"/>
            <a:ext cx="2475384" cy="4576763"/>
          </a:xfr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1745" y="1524000"/>
            <a:ext cx="5047593" cy="4576763"/>
          </a:xfr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FC93AC5E-9451-FF93-87DD-889A48A00DD1}"/>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D1F6E83E-BB80-D71A-7819-884C0CD4799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568818993"/>
      </p:ext>
    </p:extLst>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ext, 2 wide column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46C39-902F-3DA0-AAF4-319DA8AE384D}"/>
              </a:ext>
            </a:extLst>
          </p:cNvPr>
          <p:cNvSpPr>
            <a:spLocks noGrp="1"/>
          </p:cNvSpPr>
          <p:nvPr>
            <p:ph type="title"/>
          </p:nvPr>
        </p:nvSpPr>
        <p:spPr>
          <a:xfrm>
            <a:off x="287963" y="288036"/>
            <a:ext cx="3711980" cy="953294"/>
          </a:xfrm>
        </p:spPr>
        <p:txBody>
          <a:bodyPr/>
          <a:lstStyle>
            <a:lvl1pPr>
              <a:lnSpc>
                <a:spcPct val="110000"/>
              </a:lnSpc>
              <a:defRPr sz="1800">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DABBA43D-8D00-4EDB-B803-D1EEE6CE2CB5}"/>
              </a:ext>
            </a:extLst>
          </p:cNvPr>
          <p:cNvSpPr>
            <a:spLocks noGrp="1"/>
          </p:cNvSpPr>
          <p:nvPr>
            <p:ph type="body" sz="quarter" idx="11"/>
          </p:nvPr>
        </p:nvSpPr>
        <p:spPr>
          <a:xfrm>
            <a:off x="287963" y="1524000"/>
            <a:ext cx="5049180" cy="4576762"/>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D32DCE7C-29C5-BC86-B154-7DD0C4F0553A}"/>
              </a:ext>
            </a:extLst>
          </p:cNvPr>
          <p:cNvSpPr>
            <a:spLocks noGrp="1"/>
          </p:cNvSpPr>
          <p:nvPr>
            <p:ph type="body" sz="quarter" idx="12"/>
          </p:nvPr>
        </p:nvSpPr>
        <p:spPr>
          <a:xfrm>
            <a:off x="6389168" y="1524000"/>
            <a:ext cx="5047593" cy="4576763"/>
          </a:xfrm>
        </p:spPr>
        <p:txBody>
          <a:bodyPr/>
          <a:lstStyle>
            <a:lvl1pPr>
              <a:lnSpc>
                <a:spcPct val="110000"/>
              </a:lnSpc>
              <a:spcBef>
                <a:spcPts val="0"/>
              </a:spcBef>
              <a:defRPr>
                <a:solidFill>
                  <a:schemeClr val="tx1"/>
                </a:solidFill>
              </a:defRPr>
            </a:lvl1pPr>
            <a:lvl2pPr>
              <a:lnSpc>
                <a:spcPct val="110000"/>
              </a:lnSpc>
              <a:spcBef>
                <a:spcPts val="0"/>
              </a:spcBef>
              <a:defRPr>
                <a:solidFill>
                  <a:schemeClr val="tx1"/>
                </a:solidFill>
              </a:defRPr>
            </a:lvl2pPr>
            <a:lvl3pPr>
              <a:lnSpc>
                <a:spcPct val="110000"/>
              </a:lnSpc>
              <a:spcBef>
                <a:spcPts val="0"/>
              </a:spcBef>
              <a:defRPr>
                <a:solidFill>
                  <a:schemeClr val="tx1"/>
                </a:solidFill>
              </a:defRPr>
            </a:lvl3pPr>
            <a:lvl4pPr>
              <a:lnSpc>
                <a:spcPct val="110000"/>
              </a:lnSpc>
              <a:spcBef>
                <a:spcPts val="0"/>
              </a:spcBef>
              <a:defRPr>
                <a:solidFill>
                  <a:schemeClr val="tx1"/>
                </a:solidFill>
              </a:defRPr>
            </a:lvl4pPr>
            <a:lvl5pPr>
              <a:lnSpc>
                <a:spcPct val="110000"/>
              </a:lnSpc>
              <a:spcBef>
                <a:spcPts val="0"/>
              </a:spcBef>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C9E836C4-97D9-E198-E7C4-C2E94BADE6BD}"/>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A861A72C-9D4B-8178-79CE-382DDE87CD24}"/>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2545470735"/>
      </p:ext>
    </p:extLst>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2 columns,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691A7-388D-D543-2C74-58FA1F3BC20C}"/>
              </a:ext>
            </a:extLst>
          </p:cNvPr>
          <p:cNvSpPr>
            <a:spLocks noGrp="1"/>
          </p:cNvSpPr>
          <p:nvPr>
            <p:ph type="title"/>
          </p:nvPr>
        </p:nvSpPr>
        <p:spPr>
          <a:xfrm>
            <a:off x="287963" y="192024"/>
            <a:ext cx="5517527" cy="2105089"/>
          </a:xfrm>
        </p:spPr>
        <p:txBody>
          <a:bodyPr rIns="457200"/>
          <a:lstStyle>
            <a:lvl1pPr>
              <a:lnSpc>
                <a:spcPct val="100000"/>
              </a:lnSpc>
              <a:defRPr sz="3399">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CDE09569-73DF-2226-A7D7-ABBE84A47048}"/>
              </a:ext>
            </a:extLst>
          </p:cNvPr>
          <p:cNvSpPr>
            <a:spLocks noGrp="1"/>
          </p:cNvSpPr>
          <p:nvPr>
            <p:ph type="body" sz="quarter" idx="11"/>
          </p:nvPr>
        </p:nvSpPr>
        <p:spPr>
          <a:xfrm>
            <a:off x="6382507" y="288035"/>
            <a:ext cx="2474590" cy="580955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9B0D0BB0-9896-0353-D972-26B687C3D8DD}"/>
              </a:ext>
            </a:extLst>
          </p:cNvPr>
          <p:cNvSpPr>
            <a:spLocks noGrp="1"/>
          </p:cNvSpPr>
          <p:nvPr>
            <p:ph type="body" sz="quarter" idx="12"/>
          </p:nvPr>
        </p:nvSpPr>
        <p:spPr>
          <a:xfrm>
            <a:off x="9430110" y="288035"/>
            <a:ext cx="2470622" cy="580955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A8BE2778-A9AA-3756-3479-C4A6DD4F0F00}"/>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31D49C41-81F4-5A73-2F6D-EF2D5E383721}"/>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823990313"/>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ext, 2 columns,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4691A7-388D-D543-2C74-58FA1F3BC20C}"/>
              </a:ext>
            </a:extLst>
          </p:cNvPr>
          <p:cNvSpPr>
            <a:spLocks noGrp="1"/>
          </p:cNvSpPr>
          <p:nvPr>
            <p:ph type="title"/>
          </p:nvPr>
        </p:nvSpPr>
        <p:spPr>
          <a:xfrm>
            <a:off x="287963" y="288036"/>
            <a:ext cx="2470717" cy="1997964"/>
          </a:xfrm>
        </p:spPr>
        <p:txBody>
          <a:bodyPr/>
          <a:lstStyle>
            <a:lvl1pPr>
              <a:lnSpc>
                <a:spcPct val="110000"/>
              </a:lnSpc>
              <a:defRPr sz="1800">
                <a:solidFill>
                  <a:schemeClr val="tx2"/>
                </a:solidFill>
              </a:defRPr>
            </a:lvl1pPr>
          </a:lstStyle>
          <a:p>
            <a:r>
              <a:rPr lang="en-US"/>
              <a:t>Click to edit Master title style</a:t>
            </a:r>
          </a:p>
        </p:txBody>
      </p:sp>
      <p:sp>
        <p:nvSpPr>
          <p:cNvPr id="5" name="Text Placeholder 4">
            <a:extLst>
              <a:ext uri="{FF2B5EF4-FFF2-40B4-BE49-F238E27FC236}">
                <a16:creationId xmlns:a16="http://schemas.microsoft.com/office/drawing/2014/main" id="{CDE09569-73DF-2226-A7D7-ABBE84A47048}"/>
              </a:ext>
            </a:extLst>
          </p:cNvPr>
          <p:cNvSpPr>
            <a:spLocks noGrp="1"/>
          </p:cNvSpPr>
          <p:nvPr>
            <p:ph type="body" sz="quarter" idx="11"/>
          </p:nvPr>
        </p:nvSpPr>
        <p:spPr>
          <a:xfrm>
            <a:off x="6389168" y="288000"/>
            <a:ext cx="2476178" cy="581104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Text Placeholder 4">
            <a:extLst>
              <a:ext uri="{FF2B5EF4-FFF2-40B4-BE49-F238E27FC236}">
                <a16:creationId xmlns:a16="http://schemas.microsoft.com/office/drawing/2014/main" id="{9B0D0BB0-9896-0353-D972-26B687C3D8DD}"/>
              </a:ext>
            </a:extLst>
          </p:cNvPr>
          <p:cNvSpPr>
            <a:spLocks noGrp="1"/>
          </p:cNvSpPr>
          <p:nvPr>
            <p:ph type="body" sz="quarter" idx="12"/>
          </p:nvPr>
        </p:nvSpPr>
        <p:spPr>
          <a:xfrm>
            <a:off x="9430110" y="288000"/>
            <a:ext cx="2470622" cy="581104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CB9B0455-A1CF-B58E-3124-86D0B0DD2BB2}"/>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964E5562-E403-533D-BEAD-AB50713ED183}"/>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259034157"/>
      </p:ext>
    </p:extLst>
  </p:cSld>
  <p:clrMapOvr>
    <a:masterClrMapping/>
  </p:clrMapOvr>
  <p:transition spd="med"/>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2 columns, dividers,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E75BA-E283-08AE-B230-A89A2245C127}"/>
              </a:ext>
            </a:extLst>
          </p:cNvPr>
          <p:cNvSpPr>
            <a:spLocks noGrp="1"/>
          </p:cNvSpPr>
          <p:nvPr>
            <p:ph type="title"/>
          </p:nvPr>
        </p:nvSpPr>
        <p:spPr>
          <a:xfrm>
            <a:off x="287963" y="192024"/>
            <a:ext cx="5519019" cy="2105088"/>
          </a:xfrm>
        </p:spPr>
        <p:txBody>
          <a:bodyPr rIns="457200"/>
          <a:lstStyle>
            <a:lvl1pPr>
              <a:lnSpc>
                <a:spcPct val="100000"/>
              </a:lnSpc>
              <a:defRPr sz="3399">
                <a:solidFill>
                  <a:schemeClr val="tx2"/>
                </a:solidFill>
              </a:defRPr>
            </a:lvl1pPr>
          </a:lstStyle>
          <a:p>
            <a:r>
              <a:rPr lang="en-US"/>
              <a:t>Click to edit Master title style</a:t>
            </a:r>
          </a:p>
        </p:txBody>
      </p:sp>
      <p:sp>
        <p:nvSpPr>
          <p:cNvPr id="4" name="Text Placeholder 9">
            <a:extLst>
              <a:ext uri="{FF2B5EF4-FFF2-40B4-BE49-F238E27FC236}">
                <a16:creationId xmlns:a16="http://schemas.microsoft.com/office/drawing/2014/main" id="{8AF10F27-0178-9C93-8741-F0241501B4B0}"/>
              </a:ext>
            </a:extLst>
          </p:cNvPr>
          <p:cNvSpPr>
            <a:spLocks noGrp="1"/>
          </p:cNvSpPr>
          <p:nvPr>
            <p:ph type="body" sz="quarter" idx="16"/>
          </p:nvPr>
        </p:nvSpPr>
        <p:spPr>
          <a:xfrm>
            <a:off x="6389168" y="288036"/>
            <a:ext cx="2476178" cy="938881"/>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5898D950-EA52-ABF9-D15D-C6C8FE946495}"/>
              </a:ext>
            </a:extLst>
          </p:cNvPr>
          <p:cNvSpPr>
            <a:spLocks noGrp="1"/>
          </p:cNvSpPr>
          <p:nvPr>
            <p:ph type="body" sz="quarter" idx="18"/>
          </p:nvPr>
        </p:nvSpPr>
        <p:spPr>
          <a:xfrm>
            <a:off x="6389168" y="1524000"/>
            <a:ext cx="2476178" cy="4576763"/>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12">
            <a:extLst>
              <a:ext uri="{FF2B5EF4-FFF2-40B4-BE49-F238E27FC236}">
                <a16:creationId xmlns:a16="http://schemas.microsoft.com/office/drawing/2014/main" id="{17CD3DC6-7946-2D82-C3E4-10BC579C88DE}"/>
              </a:ext>
            </a:extLst>
          </p:cNvPr>
          <p:cNvSpPr>
            <a:spLocks noGrp="1"/>
          </p:cNvSpPr>
          <p:nvPr>
            <p:ph type="body" sz="quarter" idx="17"/>
          </p:nvPr>
        </p:nvSpPr>
        <p:spPr>
          <a:xfrm>
            <a:off x="9428522" y="288036"/>
            <a:ext cx="2479352" cy="938881"/>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8">
            <a:extLst>
              <a:ext uri="{FF2B5EF4-FFF2-40B4-BE49-F238E27FC236}">
                <a16:creationId xmlns:a16="http://schemas.microsoft.com/office/drawing/2014/main" id="{A501ADC5-5846-FF23-F5DB-93E8D05863E8}"/>
              </a:ext>
            </a:extLst>
          </p:cNvPr>
          <p:cNvSpPr>
            <a:spLocks noGrp="1"/>
          </p:cNvSpPr>
          <p:nvPr>
            <p:ph type="body" sz="quarter" idx="19"/>
          </p:nvPr>
        </p:nvSpPr>
        <p:spPr>
          <a:xfrm>
            <a:off x="9430109" y="1524000"/>
            <a:ext cx="2476178" cy="4576762"/>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C196BE21-C69D-85CB-EE77-49D2E4993A04}"/>
              </a:ext>
            </a:extLst>
          </p:cNvPr>
          <p:cNvSpPr>
            <a:spLocks noGrp="1"/>
          </p:cNvSpPr>
          <p:nvPr>
            <p:ph type="ftr" sz="quarter" idx="20"/>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DBB179B0-7DF8-112C-BC38-B65090C6DD68}"/>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863909395"/>
      </p:ext>
    </p:extLst>
  </p:cSld>
  <p:clrMapOvr>
    <a:masterClrMapping/>
  </p:clrMapOvr>
  <p:transition spd="med"/>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2 columns, dividers,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E75BA-E283-08AE-B230-A89A2245C127}"/>
              </a:ext>
            </a:extLst>
          </p:cNvPr>
          <p:cNvSpPr>
            <a:spLocks noGrp="1"/>
          </p:cNvSpPr>
          <p:nvPr>
            <p:ph type="title"/>
          </p:nvPr>
        </p:nvSpPr>
        <p:spPr>
          <a:xfrm>
            <a:off x="287962" y="288036"/>
            <a:ext cx="2474591" cy="1997964"/>
          </a:xfrm>
        </p:spPr>
        <p:txBody>
          <a:bodyPr rIns="0"/>
          <a:lstStyle>
            <a:lvl1pPr>
              <a:lnSpc>
                <a:spcPct val="110000"/>
              </a:lnSpc>
              <a:defRPr sz="1400">
                <a:solidFill>
                  <a:schemeClr val="tx2"/>
                </a:solidFill>
              </a:defRPr>
            </a:lvl1pPr>
          </a:lstStyle>
          <a:p>
            <a:r>
              <a:rPr lang="en-US"/>
              <a:t>Click to edit Master title style</a:t>
            </a:r>
          </a:p>
        </p:txBody>
      </p:sp>
      <p:sp>
        <p:nvSpPr>
          <p:cNvPr id="4" name="Text Placeholder 9">
            <a:extLst>
              <a:ext uri="{FF2B5EF4-FFF2-40B4-BE49-F238E27FC236}">
                <a16:creationId xmlns:a16="http://schemas.microsoft.com/office/drawing/2014/main" id="{8AF10F27-0178-9C93-8741-F0241501B4B0}"/>
              </a:ext>
            </a:extLst>
          </p:cNvPr>
          <p:cNvSpPr>
            <a:spLocks noGrp="1"/>
          </p:cNvSpPr>
          <p:nvPr>
            <p:ph type="body" sz="quarter" idx="16"/>
          </p:nvPr>
        </p:nvSpPr>
        <p:spPr>
          <a:xfrm>
            <a:off x="6389168" y="288036"/>
            <a:ext cx="2476178" cy="938881"/>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8">
            <a:extLst>
              <a:ext uri="{FF2B5EF4-FFF2-40B4-BE49-F238E27FC236}">
                <a16:creationId xmlns:a16="http://schemas.microsoft.com/office/drawing/2014/main" id="{5898D950-EA52-ABF9-D15D-C6C8FE946495}"/>
              </a:ext>
            </a:extLst>
          </p:cNvPr>
          <p:cNvSpPr>
            <a:spLocks noGrp="1"/>
          </p:cNvSpPr>
          <p:nvPr>
            <p:ph type="body" sz="quarter" idx="18"/>
          </p:nvPr>
        </p:nvSpPr>
        <p:spPr>
          <a:xfrm>
            <a:off x="6389168" y="1524000"/>
            <a:ext cx="2476178" cy="4576763"/>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12">
            <a:extLst>
              <a:ext uri="{FF2B5EF4-FFF2-40B4-BE49-F238E27FC236}">
                <a16:creationId xmlns:a16="http://schemas.microsoft.com/office/drawing/2014/main" id="{17CD3DC6-7946-2D82-C3E4-10BC579C88DE}"/>
              </a:ext>
            </a:extLst>
          </p:cNvPr>
          <p:cNvSpPr>
            <a:spLocks noGrp="1"/>
          </p:cNvSpPr>
          <p:nvPr>
            <p:ph type="body" sz="quarter" idx="17"/>
          </p:nvPr>
        </p:nvSpPr>
        <p:spPr>
          <a:xfrm>
            <a:off x="9430110" y="288036"/>
            <a:ext cx="2470717" cy="938881"/>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8">
            <a:extLst>
              <a:ext uri="{FF2B5EF4-FFF2-40B4-BE49-F238E27FC236}">
                <a16:creationId xmlns:a16="http://schemas.microsoft.com/office/drawing/2014/main" id="{A501ADC5-5846-FF23-F5DB-93E8D05863E8}"/>
              </a:ext>
            </a:extLst>
          </p:cNvPr>
          <p:cNvSpPr>
            <a:spLocks noGrp="1"/>
          </p:cNvSpPr>
          <p:nvPr>
            <p:ph type="body" sz="quarter" idx="19"/>
          </p:nvPr>
        </p:nvSpPr>
        <p:spPr>
          <a:xfrm>
            <a:off x="9430109" y="1524000"/>
            <a:ext cx="2476178" cy="4576763"/>
          </a:xfrm>
        </p:spPr>
        <p:txBody>
          <a:bodyPr/>
          <a:lstStyle>
            <a:lvl1pPr>
              <a:lnSpc>
                <a:spcPct val="110000"/>
              </a:lnSpc>
              <a:spcBef>
                <a:spcPts val="0"/>
              </a:spcBef>
              <a:defRPr sz="1000" b="0" i="0">
                <a:solidFill>
                  <a:schemeClr val="tx1"/>
                </a:solidFill>
                <a:latin typeface="IBM Plex Sans" panose="020B0503050203000203" pitchFamily="34" charset="0"/>
              </a:defRPr>
            </a:lvl1pPr>
            <a:lvl2pPr marL="91422" indent="-91422">
              <a:lnSpc>
                <a:spcPct val="110000"/>
              </a:lnSpc>
              <a:spcBef>
                <a:spcPts val="0"/>
              </a:spcBef>
              <a:defRPr sz="1000" b="0" i="0">
                <a:solidFill>
                  <a:schemeClr val="tx1"/>
                </a:solidFill>
                <a:latin typeface="IBM Plex Sans" panose="020B0503050203000203" pitchFamily="34" charset="0"/>
              </a:defRPr>
            </a:lvl2pPr>
            <a:lvl3pPr marL="182843" indent="-91422">
              <a:lnSpc>
                <a:spcPct val="110000"/>
              </a:lnSpc>
              <a:spcBef>
                <a:spcPts val="0"/>
              </a:spcBef>
              <a:defRPr sz="1000" b="0" i="0">
                <a:solidFill>
                  <a:schemeClr val="tx1"/>
                </a:solidFill>
                <a:latin typeface="IBM Plex Sans" panose="020B0503050203000203" pitchFamily="34" charset="0"/>
              </a:defRPr>
            </a:lvl3pPr>
            <a:lvl4pPr marL="274265" indent="-91422">
              <a:lnSpc>
                <a:spcPct val="110000"/>
              </a:lnSpc>
              <a:spcBef>
                <a:spcPts val="0"/>
              </a:spcBef>
              <a:defRPr sz="1000" b="0" i="0">
                <a:solidFill>
                  <a:schemeClr val="tx1"/>
                </a:solidFill>
                <a:latin typeface="IBM Plex Sans" panose="020B0503050203000203" pitchFamily="34" charset="0"/>
              </a:defRPr>
            </a:lvl4pPr>
            <a:lvl5pPr>
              <a:lnSpc>
                <a:spcPct val="110000"/>
              </a:lnSpc>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12FA1770-E046-DD8F-9F28-19D80D1D67C2}"/>
              </a:ext>
            </a:extLst>
          </p:cNvPr>
          <p:cNvSpPr>
            <a:spLocks noGrp="1"/>
          </p:cNvSpPr>
          <p:nvPr>
            <p:ph type="ftr" sz="quarter" idx="20"/>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91ADA982-549A-4D2D-490A-DE5610A50878}"/>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482606304"/>
      </p:ext>
    </p:extLst>
  </p:cSld>
  <p:clrMapOvr>
    <a:masterClrMapping/>
  </p:clrMapOvr>
  <p:transition spd="med"/>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2 columns, dividers, pictogram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192024"/>
            <a:ext cx="2474590" cy="2105089"/>
          </a:xfrm>
        </p:spPr>
        <p:txBody>
          <a:bodyPr/>
          <a:lstStyle>
            <a:lvl1pPr>
              <a:lnSpc>
                <a:spcPct val="100000"/>
              </a:lnSpc>
              <a:defRPr sz="3399">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9792CE3F-FA6A-2FE0-0146-4BFD45CF296A}"/>
              </a:ext>
            </a:extLst>
          </p:cNvPr>
          <p:cNvSpPr>
            <a:spLocks noGrp="1"/>
          </p:cNvSpPr>
          <p:nvPr>
            <p:ph type="body" sz="quarter" idx="15"/>
          </p:nvPr>
        </p:nvSpPr>
        <p:spPr>
          <a:xfrm>
            <a:off x="3334142" y="192024"/>
            <a:ext cx="2477765" cy="1555292"/>
          </a:xfrm>
        </p:spPr>
        <p:txBody>
          <a:bodyPr/>
          <a:lstStyle>
            <a:lvl1pPr>
              <a:lnSpc>
                <a:spcPct val="100000"/>
              </a:lnSpc>
              <a:spcBef>
                <a:spcPts val="0"/>
              </a:spcBef>
              <a:defRPr sz="3399">
                <a:solidFill>
                  <a:schemeClr val="tx2"/>
                </a:solidFill>
              </a:defRPr>
            </a:lvl1pPr>
            <a:lvl2pPr>
              <a:lnSpc>
                <a:spcPct val="90000"/>
              </a:lnSpc>
              <a:spcBef>
                <a:spcPts val="0"/>
              </a:spcBef>
              <a:defRPr sz="1400"/>
            </a:lvl2pPr>
            <a:lvl3pPr>
              <a:lnSpc>
                <a:spcPct val="90000"/>
              </a:lnSpc>
              <a:spcBef>
                <a:spcPts val="0"/>
              </a:spcBef>
              <a:defRPr sz="1400"/>
            </a:lvl3pPr>
            <a:lvl4pPr>
              <a:lnSpc>
                <a:spcPct val="90000"/>
              </a:lnSpc>
              <a:spcBef>
                <a:spcPts val="0"/>
              </a:spcBef>
              <a:defRPr sz="1400"/>
            </a:lvl4pPr>
            <a:lvl5pPr>
              <a:lnSpc>
                <a:spcPct val="90000"/>
              </a:lnSpc>
              <a:spcBef>
                <a:spcPts val="0"/>
              </a:spcBef>
              <a:defRPr sz="1400"/>
            </a:lvl5pPr>
          </a:lstStyle>
          <a:p>
            <a:pPr lvl="0"/>
            <a:r>
              <a:rPr lang="en-US"/>
              <a:t>Click to edit Master text styles</a:t>
            </a:r>
          </a:p>
        </p:txBody>
      </p:sp>
      <p:sp>
        <p:nvSpPr>
          <p:cNvPr id="7" name="Text Placeholder 6">
            <a:extLst>
              <a:ext uri="{FF2B5EF4-FFF2-40B4-BE49-F238E27FC236}">
                <a16:creationId xmlns:a16="http://schemas.microsoft.com/office/drawing/2014/main" id="{F9E6C7C8-F097-FDD3-FF97-3FC4133BC68D}"/>
              </a:ext>
            </a:extLst>
          </p:cNvPr>
          <p:cNvSpPr>
            <a:spLocks noGrp="1"/>
          </p:cNvSpPr>
          <p:nvPr>
            <p:ph type="body" sz="quarter" idx="12"/>
          </p:nvPr>
        </p:nvSpPr>
        <p:spPr>
          <a:xfrm>
            <a:off x="3334904" y="1508395"/>
            <a:ext cx="2475384" cy="4594294"/>
          </a:xfrm>
        </p:spPr>
        <p:txBody>
          <a:bodyPr/>
          <a:lstStyle>
            <a:lvl1pPr>
              <a:spcBef>
                <a:spcPts val="0"/>
              </a:spcBef>
              <a:defRPr sz="1400" b="0" i="0">
                <a:solidFill>
                  <a:schemeClr val="tx1"/>
                </a:solidFill>
                <a:latin typeface="IBM Plex Sans Light" panose="020B0403050203000203" pitchFamily="34" charset="0"/>
              </a:defRPr>
            </a:lvl1pPr>
            <a:lvl2pPr marL="127990" indent="-127990">
              <a:spcBef>
                <a:spcPts val="0"/>
              </a:spcBef>
              <a:defRPr sz="1400" b="0" i="0">
                <a:solidFill>
                  <a:schemeClr val="tx1"/>
                </a:solidFill>
                <a:latin typeface="IBM Plex Sans Light" panose="020B0403050203000203" pitchFamily="34" charset="0"/>
              </a:defRPr>
            </a:lvl2pPr>
            <a:lvl3pPr marL="255981" indent="-127990">
              <a:spcBef>
                <a:spcPts val="0"/>
              </a:spcBef>
              <a:defRPr sz="1400" b="0" i="0">
                <a:solidFill>
                  <a:schemeClr val="tx1"/>
                </a:solidFill>
                <a:latin typeface="IBM Plex Sans Light" panose="020B0403050203000203" pitchFamily="34" charset="0"/>
              </a:defRPr>
            </a:lvl3pPr>
            <a:lvl4pPr marL="383971" indent="-127990">
              <a:spcBef>
                <a:spcPts val="0"/>
              </a:spcBef>
              <a:defRPr sz="1400" b="0" i="0">
                <a:solidFill>
                  <a:schemeClr val="tx1"/>
                </a:solidFill>
                <a:latin typeface="IBM Plex Sans Light" panose="020B0403050203000203" pitchFamily="34" charset="0"/>
              </a:defRPr>
            </a:lvl4pPr>
            <a:lvl5pPr>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Picture Placeholder 4" descr="Place pictogram here">
            <a:extLst>
              <a:ext uri="{FF2B5EF4-FFF2-40B4-BE49-F238E27FC236}">
                <a16:creationId xmlns:a16="http://schemas.microsoft.com/office/drawing/2014/main" id="{4E8FFEFF-CCD0-A436-418A-5FB8624CCC89}"/>
              </a:ext>
            </a:extLst>
          </p:cNvPr>
          <p:cNvSpPr>
            <a:spLocks noGrp="1" noChangeAspect="1"/>
          </p:cNvSpPr>
          <p:nvPr>
            <p:ph type="pic" sz="quarter" idx="16" hasCustomPrompt="1"/>
          </p:nvPr>
        </p:nvSpPr>
        <p:spPr>
          <a:xfrm>
            <a:off x="6389168" y="288036"/>
            <a:ext cx="607997" cy="607231"/>
          </a:xfrm>
        </p:spPr>
        <p:txBody>
          <a:bodyPr anchor="ctr"/>
          <a:lstStyle>
            <a:lvl1pPr algn="ctr">
              <a:defRPr sz="800">
                <a:solidFill>
                  <a:schemeClr val="tx1"/>
                </a:solidFill>
              </a:defRPr>
            </a:lvl1pPr>
          </a:lstStyle>
          <a:p>
            <a:r>
              <a:rPr lang="en-US"/>
              <a:t>Pictogram</a:t>
            </a:r>
          </a:p>
        </p:txBody>
      </p:sp>
      <p:sp>
        <p:nvSpPr>
          <p:cNvPr id="9" name="Text Placeholder 8">
            <a:extLst>
              <a:ext uri="{FF2B5EF4-FFF2-40B4-BE49-F238E27FC236}">
                <a16:creationId xmlns:a16="http://schemas.microsoft.com/office/drawing/2014/main" id="{1E0B684B-61D6-CF9E-57FC-892D7CEE8D1D}"/>
              </a:ext>
            </a:extLst>
          </p:cNvPr>
          <p:cNvSpPr>
            <a:spLocks noGrp="1"/>
          </p:cNvSpPr>
          <p:nvPr>
            <p:ph type="body" sz="quarter" idx="13"/>
          </p:nvPr>
        </p:nvSpPr>
        <p:spPr>
          <a:xfrm>
            <a:off x="6389168" y="1524000"/>
            <a:ext cx="2476178"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Picture Placeholder 11" descr="Place pictogram here">
            <a:extLst>
              <a:ext uri="{FF2B5EF4-FFF2-40B4-BE49-F238E27FC236}">
                <a16:creationId xmlns:a16="http://schemas.microsoft.com/office/drawing/2014/main" id="{484E55D7-CBB2-992D-3E77-5CB7B7CADA9C}"/>
              </a:ext>
            </a:extLst>
          </p:cNvPr>
          <p:cNvSpPr>
            <a:spLocks noGrp="1" noChangeAspect="1"/>
          </p:cNvSpPr>
          <p:nvPr>
            <p:ph type="pic" sz="quarter" idx="17" hasCustomPrompt="1"/>
          </p:nvPr>
        </p:nvSpPr>
        <p:spPr>
          <a:xfrm>
            <a:off x="9428522" y="288036"/>
            <a:ext cx="608843" cy="608076"/>
          </a:xfrm>
        </p:spPr>
        <p:txBody>
          <a:bodyPr anchor="ctr"/>
          <a:lstStyle>
            <a:lvl1pPr algn="ctr">
              <a:defRPr sz="800">
                <a:solidFill>
                  <a:schemeClr val="tx1"/>
                </a:solidFill>
              </a:defRPr>
            </a:lvl1pPr>
          </a:lstStyle>
          <a:p>
            <a:r>
              <a:rPr lang="en-US"/>
              <a:t>Pictogram</a:t>
            </a:r>
          </a:p>
        </p:txBody>
      </p:sp>
      <p:sp>
        <p:nvSpPr>
          <p:cNvPr id="11" name="Text Placeholder 10">
            <a:extLst>
              <a:ext uri="{FF2B5EF4-FFF2-40B4-BE49-F238E27FC236}">
                <a16:creationId xmlns:a16="http://schemas.microsoft.com/office/drawing/2014/main" id="{1E0D5184-93C0-B658-7967-FBC78C38A518}"/>
              </a:ext>
            </a:extLst>
          </p:cNvPr>
          <p:cNvSpPr>
            <a:spLocks noGrp="1"/>
          </p:cNvSpPr>
          <p:nvPr>
            <p:ph type="body" sz="quarter" idx="14"/>
          </p:nvPr>
        </p:nvSpPr>
        <p:spPr>
          <a:xfrm>
            <a:off x="9428522" y="1524000"/>
            <a:ext cx="2479352" cy="4576763"/>
          </a:xfrm>
        </p:spPr>
        <p:txBody>
          <a:bodyPr/>
          <a:lstStyle>
            <a:lvl1pPr>
              <a:spcBef>
                <a:spcPts val="0"/>
              </a:spcBef>
              <a:defRPr sz="1000" b="0" i="0">
                <a:solidFill>
                  <a:schemeClr val="tx1"/>
                </a:solidFill>
                <a:latin typeface="IBM Plex Sans" panose="020B0503050203000203" pitchFamily="34" charset="0"/>
              </a:defRPr>
            </a:lvl1pPr>
            <a:lvl2pPr marL="91422" indent="-91422">
              <a:spcBef>
                <a:spcPts val="0"/>
              </a:spcBef>
              <a:defRPr sz="1000" b="0" i="0">
                <a:solidFill>
                  <a:schemeClr val="tx1"/>
                </a:solidFill>
                <a:latin typeface="IBM Plex Sans" panose="020B0503050203000203" pitchFamily="34" charset="0"/>
              </a:defRPr>
            </a:lvl2pPr>
            <a:lvl3pPr marL="182843" indent="-91422">
              <a:spcBef>
                <a:spcPts val="0"/>
              </a:spcBef>
              <a:defRPr sz="1000" b="0" i="0">
                <a:solidFill>
                  <a:schemeClr val="tx1"/>
                </a:solidFill>
                <a:latin typeface="IBM Plex Sans" panose="020B0503050203000203" pitchFamily="34" charset="0"/>
              </a:defRPr>
            </a:lvl3pPr>
            <a:lvl4pPr marL="274265" indent="-91422">
              <a:spcBef>
                <a:spcPts val="0"/>
              </a:spcBef>
              <a:defRPr sz="1000" b="0" i="0">
                <a:solidFill>
                  <a:schemeClr val="tx1"/>
                </a:solidFill>
                <a:latin typeface="IBM Plex Sans" panose="020B0503050203000203" pitchFamily="34" charset="0"/>
              </a:defRPr>
            </a:lvl4pPr>
            <a:lvl5pPr>
              <a:spcBef>
                <a:spcPts val="0"/>
              </a:spcBef>
              <a:defRPr sz="1000" b="0" i="0">
                <a:solidFill>
                  <a:schemeClr val="tx1"/>
                </a:solidFill>
                <a:latin typeface="IBM Plex Sans" panose="020B05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E7E14D98-D346-214C-0437-7A0B4A7F3F06}"/>
              </a:ext>
            </a:extLst>
          </p:cNvPr>
          <p:cNvSpPr>
            <a:spLocks noGrp="1"/>
          </p:cNvSpPr>
          <p:nvPr>
            <p:ph type="ftr" sz="quarter" idx="18"/>
          </p:nvPr>
        </p:nvSpPr>
        <p:spPr>
          <a:xfrm>
            <a:off x="290474" y="6411643"/>
            <a:ext cx="2477765" cy="190500"/>
          </a:xfrm>
        </p:spPr>
        <p:txBody>
          <a:bodyPr/>
          <a:lstStyle/>
          <a:p>
            <a:endParaRPr lang="en-US"/>
          </a:p>
        </p:txBody>
      </p:sp>
      <p:sp>
        <p:nvSpPr>
          <p:cNvPr id="10" name="Slide Number">
            <a:extLst>
              <a:ext uri="{FF2B5EF4-FFF2-40B4-BE49-F238E27FC236}">
                <a16:creationId xmlns:a16="http://schemas.microsoft.com/office/drawing/2014/main" id="{8CDC5D22-5EFB-A82A-2192-76A569B4B0D5}"/>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8" name="Straight Connector 7" descr="Vertical column divider">
            <a:extLst>
              <a:ext uri="{FF2B5EF4-FFF2-40B4-BE49-F238E27FC236}">
                <a16:creationId xmlns:a16="http://schemas.microsoft.com/office/drawing/2014/main" id="{75E2B956-D8A8-9075-0842-BD0DAFFD4122}"/>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5" name="Straight Connector 14" descr="Vertical column divider">
            <a:extLst>
              <a:ext uri="{FF2B5EF4-FFF2-40B4-BE49-F238E27FC236}">
                <a16:creationId xmlns:a16="http://schemas.microsoft.com/office/drawing/2014/main" id="{BE2C4D34-A499-856F-2ED0-C6A511B884A1}"/>
              </a:ext>
            </a:extLst>
          </p:cNvPr>
          <p:cNvCxnSpPr>
            <a:cxnSpLocks/>
          </p:cNvCxnSpPr>
          <p:nvPr userDrawn="1"/>
        </p:nvCxnSpPr>
        <p:spPr bwMode="auto">
          <a:xfrm>
            <a:off x="914281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052757478"/>
      </p:ext>
    </p:extLst>
  </p:cSld>
  <p:clrMapOvr>
    <a:masterClrMapping/>
  </p:clrMapOvr>
  <p:transition spd="med"/>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oxes, 4 stacked wide, pictograms">
    <p:bg>
      <p:bgPr>
        <a:solidFill>
          <a:schemeClr val="bg1"/>
        </a:solidFill>
        <a:effectLst/>
      </p:bgPr>
    </p:bg>
    <p:spTree>
      <p:nvGrpSpPr>
        <p:cNvPr id="1" name=""/>
        <p:cNvGrpSpPr/>
        <p:nvPr/>
      </p:nvGrpSpPr>
      <p:grpSpPr>
        <a:xfrm>
          <a:off x="0" y="0"/>
          <a:ext cx="0" cy="0"/>
          <a:chOff x="0" y="0"/>
          <a:chExt cx="0" cy="0"/>
        </a:xfrm>
      </p:grpSpPr>
      <p:sp>
        <p:nvSpPr>
          <p:cNvPr id="13" name="Picture Placeholder 12" descr="Place pictogram here">
            <a:extLst>
              <a:ext uri="{FF2B5EF4-FFF2-40B4-BE49-F238E27FC236}">
                <a16:creationId xmlns:a16="http://schemas.microsoft.com/office/drawing/2014/main" id="{30AB5158-BCB8-39EE-DA85-F2CD01699FBB}"/>
              </a:ext>
            </a:extLst>
          </p:cNvPr>
          <p:cNvSpPr>
            <a:spLocks noGrp="1"/>
          </p:cNvSpPr>
          <p:nvPr>
            <p:ph type="pic" sz="quarter" idx="15" hasCustomPrompt="1"/>
          </p:nvPr>
        </p:nvSpPr>
        <p:spPr>
          <a:xfrm>
            <a:off x="287998" y="288036"/>
            <a:ext cx="607997" cy="608076"/>
          </a:xfrm>
        </p:spPr>
        <p:txBody>
          <a:bodyPr anchor="ctr"/>
          <a:lstStyle>
            <a:lvl1pPr algn="ctr">
              <a:defRPr sz="800"/>
            </a:lvl1pPr>
          </a:lstStyle>
          <a:p>
            <a:r>
              <a:rPr lang="en-US"/>
              <a:t>Pictogram</a:t>
            </a:r>
          </a:p>
        </p:txBody>
      </p:sp>
      <p:sp>
        <p:nvSpPr>
          <p:cNvPr id="5" name="Text Placeholder 4">
            <a:extLst>
              <a:ext uri="{FF2B5EF4-FFF2-40B4-BE49-F238E27FC236}">
                <a16:creationId xmlns:a16="http://schemas.microsoft.com/office/drawing/2014/main" id="{931099CB-CB87-D5D5-506D-4B49C08161D3}"/>
              </a:ext>
            </a:extLst>
          </p:cNvPr>
          <p:cNvSpPr>
            <a:spLocks noGrp="1"/>
          </p:cNvSpPr>
          <p:nvPr>
            <p:ph type="body" sz="quarter" idx="11"/>
          </p:nvPr>
        </p:nvSpPr>
        <p:spPr>
          <a:xfrm>
            <a:off x="287999" y="1239012"/>
            <a:ext cx="3334903" cy="1524000"/>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14" descr="Place pictogram here">
            <a:extLst>
              <a:ext uri="{FF2B5EF4-FFF2-40B4-BE49-F238E27FC236}">
                <a16:creationId xmlns:a16="http://schemas.microsoft.com/office/drawing/2014/main" id="{3C3730E5-61EB-7405-CC85-AB04242CDBC4}"/>
              </a:ext>
            </a:extLst>
          </p:cNvPr>
          <p:cNvSpPr>
            <a:spLocks noGrp="1"/>
          </p:cNvSpPr>
          <p:nvPr>
            <p:ph type="pic" sz="quarter" idx="16" hasCustomPrompt="1"/>
          </p:nvPr>
        </p:nvSpPr>
        <p:spPr>
          <a:xfrm>
            <a:off x="6389168" y="288036"/>
            <a:ext cx="607997" cy="608076"/>
          </a:xfrm>
        </p:spPr>
        <p:txBody>
          <a:bodyPr anchor="ctr"/>
          <a:lstStyle>
            <a:lvl1pPr algn="ctr">
              <a:defRPr sz="800"/>
            </a:lvl1pPr>
          </a:lstStyle>
          <a:p>
            <a:r>
              <a:rPr lang="en-US"/>
              <a:t>Pictogram</a:t>
            </a:r>
          </a:p>
        </p:txBody>
      </p:sp>
      <p:sp>
        <p:nvSpPr>
          <p:cNvPr id="7" name="Text Placeholder 6">
            <a:extLst>
              <a:ext uri="{FF2B5EF4-FFF2-40B4-BE49-F238E27FC236}">
                <a16:creationId xmlns:a16="http://schemas.microsoft.com/office/drawing/2014/main" id="{FC1DA3C4-E728-0E45-C91D-8EDF4B495FFC}"/>
              </a:ext>
            </a:extLst>
          </p:cNvPr>
          <p:cNvSpPr>
            <a:spLocks noGrp="1"/>
          </p:cNvSpPr>
          <p:nvPr>
            <p:ph type="body" sz="quarter" idx="12"/>
          </p:nvPr>
        </p:nvSpPr>
        <p:spPr>
          <a:xfrm>
            <a:off x="6389168" y="1238250"/>
            <a:ext cx="3337125" cy="1524000"/>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6" name="Straight Connector 15" descr="Horizontal row divider">
            <a:extLst>
              <a:ext uri="{FF2B5EF4-FFF2-40B4-BE49-F238E27FC236}">
                <a16:creationId xmlns:a16="http://schemas.microsoft.com/office/drawing/2014/main" id="{9C5483A0-0E31-72CE-21C3-6248FAEBC09A}"/>
              </a:ext>
              <a:ext uri="{C183D7F6-B498-43B3-948B-1728B52AA6E4}">
                <adec:decorative xmlns:adec="http://schemas.microsoft.com/office/drawing/2017/decorative" val="0"/>
              </a:ext>
            </a:extLst>
          </p:cNvPr>
          <p:cNvCxnSpPr>
            <a:cxnSpLocks/>
          </p:cNvCxnSpPr>
          <p:nvPr userDrawn="1"/>
        </p:nvCxnSpPr>
        <p:spPr bwMode="auto">
          <a:xfrm>
            <a:off x="287999" y="3048000"/>
            <a:ext cx="11616701"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7" name="Picture Placeholder 16" descr="Place pictogram here">
            <a:extLst>
              <a:ext uri="{FF2B5EF4-FFF2-40B4-BE49-F238E27FC236}">
                <a16:creationId xmlns:a16="http://schemas.microsoft.com/office/drawing/2014/main" id="{62C94928-6A9B-2EA7-301C-71E5F2547C8A}"/>
              </a:ext>
            </a:extLst>
          </p:cNvPr>
          <p:cNvSpPr>
            <a:spLocks noGrp="1"/>
          </p:cNvSpPr>
          <p:nvPr>
            <p:ph type="pic" sz="quarter" idx="17" hasCustomPrompt="1"/>
          </p:nvPr>
        </p:nvSpPr>
        <p:spPr>
          <a:xfrm>
            <a:off x="287998" y="3236976"/>
            <a:ext cx="607997" cy="608076"/>
          </a:xfrm>
        </p:spPr>
        <p:txBody>
          <a:bodyPr anchor="ctr"/>
          <a:lstStyle>
            <a:lvl1pPr algn="ctr">
              <a:defRPr sz="800"/>
            </a:lvl1pPr>
          </a:lstStyle>
          <a:p>
            <a:r>
              <a:rPr lang="en-US"/>
              <a:t>Pictogram</a:t>
            </a:r>
          </a:p>
        </p:txBody>
      </p:sp>
      <p:sp>
        <p:nvSpPr>
          <p:cNvPr id="9" name="Text Placeholder 8">
            <a:extLst>
              <a:ext uri="{FF2B5EF4-FFF2-40B4-BE49-F238E27FC236}">
                <a16:creationId xmlns:a16="http://schemas.microsoft.com/office/drawing/2014/main" id="{B0565063-698E-31B0-B619-B99A9A0B3DB6}"/>
              </a:ext>
            </a:extLst>
          </p:cNvPr>
          <p:cNvSpPr>
            <a:spLocks noGrp="1"/>
          </p:cNvSpPr>
          <p:nvPr>
            <p:ph type="body" sz="quarter" idx="13"/>
          </p:nvPr>
        </p:nvSpPr>
        <p:spPr>
          <a:xfrm>
            <a:off x="287998" y="4192524"/>
            <a:ext cx="3334904" cy="1524000"/>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18" descr="Place pictogram here">
            <a:extLst>
              <a:ext uri="{FF2B5EF4-FFF2-40B4-BE49-F238E27FC236}">
                <a16:creationId xmlns:a16="http://schemas.microsoft.com/office/drawing/2014/main" id="{2E840026-2FAF-826F-DCFD-3FF0082B0823}"/>
              </a:ext>
            </a:extLst>
          </p:cNvPr>
          <p:cNvSpPr>
            <a:spLocks noGrp="1"/>
          </p:cNvSpPr>
          <p:nvPr>
            <p:ph type="pic" sz="quarter" idx="18" hasCustomPrompt="1"/>
          </p:nvPr>
        </p:nvSpPr>
        <p:spPr>
          <a:xfrm>
            <a:off x="6389168" y="3238500"/>
            <a:ext cx="607997" cy="608076"/>
          </a:xfrm>
        </p:spPr>
        <p:txBody>
          <a:bodyPr anchor="ctr"/>
          <a:lstStyle>
            <a:lvl1pPr algn="ctr">
              <a:defRPr sz="800"/>
            </a:lvl1pPr>
          </a:lstStyle>
          <a:p>
            <a:r>
              <a:rPr lang="en-US"/>
              <a:t>Pictogram</a:t>
            </a:r>
          </a:p>
        </p:txBody>
      </p:sp>
      <p:sp>
        <p:nvSpPr>
          <p:cNvPr id="11" name="Text Placeholder 10">
            <a:extLst>
              <a:ext uri="{FF2B5EF4-FFF2-40B4-BE49-F238E27FC236}">
                <a16:creationId xmlns:a16="http://schemas.microsoft.com/office/drawing/2014/main" id="{B4E44FFD-1EB7-1873-F6D1-67DE839EF09E}"/>
              </a:ext>
            </a:extLst>
          </p:cNvPr>
          <p:cNvSpPr>
            <a:spLocks noGrp="1"/>
          </p:cNvSpPr>
          <p:nvPr>
            <p:ph type="body" sz="quarter" idx="14"/>
          </p:nvPr>
        </p:nvSpPr>
        <p:spPr>
          <a:xfrm>
            <a:off x="6389168" y="4191000"/>
            <a:ext cx="3337125" cy="1524000"/>
          </a:xfrm>
        </p:spPr>
        <p:txBody>
          <a:bodyPr/>
          <a:lstStyle>
            <a:lvl1pPr>
              <a:lnSpc>
                <a:spcPct val="100000"/>
              </a:lnSpc>
              <a:spcBef>
                <a:spcPts val="0"/>
              </a:spcBef>
              <a:defRPr sz="2100">
                <a:solidFill>
                  <a:schemeClr val="tx1"/>
                </a:solidFill>
              </a:defRPr>
            </a:lvl1pPr>
            <a:lvl2pPr marL="201128" indent="-201128">
              <a:lnSpc>
                <a:spcPct val="100000"/>
              </a:lnSpc>
              <a:spcBef>
                <a:spcPts val="0"/>
              </a:spcBef>
              <a:defRPr sz="2100">
                <a:solidFill>
                  <a:schemeClr val="tx1"/>
                </a:solidFill>
              </a:defRPr>
            </a:lvl2pPr>
            <a:lvl3pPr marL="402256" indent="-201128">
              <a:lnSpc>
                <a:spcPct val="100000"/>
              </a:lnSpc>
              <a:spcBef>
                <a:spcPts val="0"/>
              </a:spcBef>
              <a:defRPr sz="2100">
                <a:solidFill>
                  <a:schemeClr val="tx1"/>
                </a:solidFill>
              </a:defRPr>
            </a:lvl3pPr>
            <a:lvl4pPr marL="557672" indent="-201128">
              <a:lnSpc>
                <a:spcPct val="100000"/>
              </a:lnSpc>
              <a:spcBef>
                <a:spcPts val="0"/>
              </a:spcBef>
              <a:defRPr sz="2100">
                <a:solidFill>
                  <a:schemeClr val="tx1"/>
                </a:solidFill>
              </a:defRPr>
            </a:lvl4pPr>
            <a:lvl5pPr>
              <a:lnSpc>
                <a:spcPct val="100000"/>
              </a:lnSpc>
              <a:spcBef>
                <a:spcPts val="0"/>
              </a:spcBef>
              <a:defRPr sz="2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1FC9DA86-6E63-7EF1-DAC1-73040332758F}"/>
              </a:ext>
            </a:extLst>
          </p:cNvPr>
          <p:cNvSpPr>
            <a:spLocks noGrp="1"/>
          </p:cNvSpPr>
          <p:nvPr>
            <p:ph type="ftr" sz="quarter" idx="19"/>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BE7CD285-42F9-CF03-AB5C-1DC86205FBC3}"/>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4" name="Straight Connector 3" descr="Vertical column divider">
            <a:extLst>
              <a:ext uri="{FF2B5EF4-FFF2-40B4-BE49-F238E27FC236}">
                <a16:creationId xmlns:a16="http://schemas.microsoft.com/office/drawing/2014/main" id="{E664AD27-CDB8-1E16-6F0A-1A4FF8BD97F5}"/>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77265172"/>
      </p:ext>
    </p:extLst>
  </p:cSld>
  <p:clrMapOvr>
    <a:masterClrMapping/>
  </p:clrMapOvr>
  <p:transition spd="med"/>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oxes, 4 stacked, small title">
    <p:bg>
      <p:bgPr>
        <a:solidFill>
          <a:schemeClr val="bg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9EF9E2-1551-8357-22BD-8C43EF5EBE34}"/>
              </a:ext>
            </a:extLst>
          </p:cNvPr>
          <p:cNvSpPr>
            <a:spLocks noGrp="1"/>
          </p:cNvSpPr>
          <p:nvPr>
            <p:ph type="body" sz="quarter" idx="21"/>
          </p:nvPr>
        </p:nvSpPr>
        <p:spPr>
          <a:xfrm>
            <a:off x="287963" y="288036"/>
            <a:ext cx="2480241" cy="231077"/>
          </a:xfrm>
        </p:spPr>
        <p:txBody>
          <a:bodyPr/>
          <a:lstStyle>
            <a:lvl1pPr>
              <a:defRPr sz="1400">
                <a:solidFill>
                  <a:schemeClr val="tx2"/>
                </a:solidFill>
              </a:defRPr>
            </a:lvl1pPr>
          </a:lstStyle>
          <a:p>
            <a:pPr lvl="0"/>
            <a:r>
              <a:rPr lang="en-US"/>
              <a:t>Click to edit Master text styles</a:t>
            </a:r>
          </a:p>
        </p:txBody>
      </p:sp>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2" y="762000"/>
            <a:ext cx="2473892" cy="1524000"/>
          </a:xfrm>
        </p:spPr>
        <p:txBody>
          <a:bodyPr/>
          <a:lstStyle>
            <a:lvl1pPr>
              <a:lnSpc>
                <a:spcPct val="110000"/>
              </a:lnSpc>
              <a:defRPr sz="1800">
                <a:solidFill>
                  <a:schemeClr val="tx2"/>
                </a:solidFill>
              </a:defRPr>
            </a:lvl1pPr>
          </a:lstStyle>
          <a:p>
            <a:r>
              <a:rPr lang="en-US"/>
              <a:t>Click to edit Master title style</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9168" y="288036"/>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30110" y="288036"/>
            <a:ext cx="2479352"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A5DD5CF1-28D6-74AF-B345-5911CB10D454}"/>
              </a:ext>
            </a:extLst>
          </p:cNvPr>
          <p:cNvSpPr>
            <a:spLocks noGrp="1"/>
          </p:cNvSpPr>
          <p:nvPr>
            <p:ph type="body" sz="quarter" idx="18"/>
          </p:nvPr>
        </p:nvSpPr>
        <p:spPr>
          <a:xfrm>
            <a:off x="6389168" y="3335338"/>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67B1C684-915C-90D4-C69F-C24979A42EFC}"/>
              </a:ext>
            </a:extLst>
          </p:cNvPr>
          <p:cNvSpPr>
            <a:spLocks noGrp="1"/>
          </p:cNvSpPr>
          <p:nvPr>
            <p:ph type="body" sz="quarter" idx="19"/>
          </p:nvPr>
        </p:nvSpPr>
        <p:spPr>
          <a:xfrm>
            <a:off x="9430109" y="3335338"/>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4D288907-977D-2E2D-D334-59684842A637}"/>
              </a:ext>
            </a:extLst>
          </p:cNvPr>
          <p:cNvSpPr>
            <a:spLocks noGrp="1"/>
          </p:cNvSpPr>
          <p:nvPr>
            <p:ph type="ftr" sz="quarter" idx="22"/>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299C7C32-4361-2D42-DB76-E3E2316F597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953742246"/>
      </p:ext>
    </p:extLst>
  </p:cSld>
  <p:clrMapOvr>
    <a:masterClrMapping/>
  </p:clrMapOvr>
  <p:transition spd="med"/>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oxes, 4 stacked, large title">
    <p:bg>
      <p:bgPr>
        <a:solidFill>
          <a:schemeClr val="bg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E29EF9E2-1551-8357-22BD-8C43EF5EBE34}"/>
              </a:ext>
            </a:extLst>
          </p:cNvPr>
          <p:cNvSpPr>
            <a:spLocks noGrp="1"/>
          </p:cNvSpPr>
          <p:nvPr>
            <p:ph type="body" sz="quarter" idx="21"/>
          </p:nvPr>
        </p:nvSpPr>
        <p:spPr>
          <a:xfrm>
            <a:off x="287963" y="288036"/>
            <a:ext cx="2480241" cy="231077"/>
          </a:xfrm>
        </p:spPr>
        <p:txBody>
          <a:bodyPr/>
          <a:lstStyle>
            <a:lvl1pPr>
              <a:defRPr sz="1400">
                <a:solidFill>
                  <a:schemeClr val="tx2"/>
                </a:solidFill>
              </a:defRPr>
            </a:lvl1pPr>
          </a:lstStyle>
          <a:p>
            <a:pPr lvl="0"/>
            <a:r>
              <a:rPr lang="en-US"/>
              <a:t>Click to edit Master text styles</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9168" y="288036"/>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30110" y="288036"/>
            <a:ext cx="2479352"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A5DD5CF1-28D6-74AF-B345-5911CB10D454}"/>
              </a:ext>
            </a:extLst>
          </p:cNvPr>
          <p:cNvSpPr>
            <a:spLocks noGrp="1"/>
          </p:cNvSpPr>
          <p:nvPr>
            <p:ph type="body" sz="quarter" idx="18"/>
          </p:nvPr>
        </p:nvSpPr>
        <p:spPr>
          <a:xfrm>
            <a:off x="6389168" y="3335338"/>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1">
            <a:extLst>
              <a:ext uri="{FF2B5EF4-FFF2-40B4-BE49-F238E27FC236}">
                <a16:creationId xmlns:a16="http://schemas.microsoft.com/office/drawing/2014/main" id="{67B1C684-915C-90D4-C69F-C24979A42EFC}"/>
              </a:ext>
            </a:extLst>
          </p:cNvPr>
          <p:cNvSpPr>
            <a:spLocks noGrp="1"/>
          </p:cNvSpPr>
          <p:nvPr>
            <p:ph type="body" sz="quarter" idx="19"/>
          </p:nvPr>
        </p:nvSpPr>
        <p:spPr>
          <a:xfrm>
            <a:off x="9430109" y="3335338"/>
            <a:ext cx="2476178" cy="247421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4D288907-977D-2E2D-D334-59684842A637}"/>
              </a:ext>
            </a:extLst>
          </p:cNvPr>
          <p:cNvSpPr>
            <a:spLocks noGrp="1"/>
          </p:cNvSpPr>
          <p:nvPr>
            <p:ph type="ftr" sz="quarter" idx="22"/>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299C7C32-4361-2D42-DB76-E3E2316F597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4" name="Title 1">
            <a:extLst>
              <a:ext uri="{FF2B5EF4-FFF2-40B4-BE49-F238E27FC236}">
                <a16:creationId xmlns:a16="http://schemas.microsoft.com/office/drawing/2014/main" id="{8009016F-5759-0B27-8DB2-77BDD7980942}"/>
              </a:ext>
            </a:extLst>
          </p:cNvPr>
          <p:cNvSpPr>
            <a:spLocks noGrp="1"/>
          </p:cNvSpPr>
          <p:nvPr>
            <p:ph type="title"/>
          </p:nvPr>
        </p:nvSpPr>
        <p:spPr>
          <a:xfrm>
            <a:off x="287963" y="761936"/>
            <a:ext cx="5521401" cy="2286064"/>
          </a:xfrm>
        </p:spPr>
        <p:txBody>
          <a:bodyPr rIns="457200"/>
          <a:lstStyle>
            <a:lvl1pPr>
              <a:lnSpc>
                <a:spcPct val="110000"/>
              </a:lnSpc>
              <a:defRPr sz="3399">
                <a:solidFill>
                  <a:schemeClr val="tx2"/>
                </a:solidFill>
              </a:defRPr>
            </a:lvl1pPr>
          </a:lstStyle>
          <a:p>
            <a:r>
              <a:rPr lang="en-US"/>
              <a:t>Click to edit Master title style</a:t>
            </a:r>
          </a:p>
        </p:txBody>
      </p:sp>
    </p:spTree>
    <p:extLst>
      <p:ext uri="{BB962C8B-B14F-4D97-AF65-F5344CB8AC3E}">
        <p14:creationId xmlns:p14="http://schemas.microsoft.com/office/powerpoint/2010/main" val="1335869319"/>
      </p:ext>
    </p:extLst>
  </p:cSld>
  <p:clrMapOvr>
    <a:masterClrMapping/>
  </p:clrMapOvr>
  <p:transition spd="med"/>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oxes, 4 horizontal, small title">
    <p:bg>
      <p:bgPr>
        <a:solidFill>
          <a:schemeClr val="bg1"/>
        </a:solidFill>
        <a:effectLst/>
      </p:bgPr>
    </p:bg>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2A71C2BF-857E-B291-7D82-5920AF4A5278}"/>
              </a:ext>
            </a:extLst>
          </p:cNvPr>
          <p:cNvSpPr>
            <a:spLocks noGrp="1"/>
          </p:cNvSpPr>
          <p:nvPr>
            <p:ph type="body" sz="quarter" idx="11"/>
          </p:nvPr>
        </p:nvSpPr>
        <p:spPr>
          <a:xfrm>
            <a:off x="287999" y="3337941"/>
            <a:ext cx="2474590" cy="2759647"/>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0">
            <a:extLst>
              <a:ext uri="{FF2B5EF4-FFF2-40B4-BE49-F238E27FC236}">
                <a16:creationId xmlns:a16="http://schemas.microsoft.com/office/drawing/2014/main" id="{257EC586-7CBB-7AC4-C2FA-85F4BA8AA030}"/>
              </a:ext>
            </a:extLst>
          </p:cNvPr>
          <p:cNvSpPr>
            <a:spLocks noGrp="1"/>
          </p:cNvSpPr>
          <p:nvPr>
            <p:ph type="body" sz="quarter" idx="12"/>
          </p:nvPr>
        </p:nvSpPr>
        <p:spPr>
          <a:xfrm>
            <a:off x="3331187"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0">
            <a:extLst>
              <a:ext uri="{FF2B5EF4-FFF2-40B4-BE49-F238E27FC236}">
                <a16:creationId xmlns:a16="http://schemas.microsoft.com/office/drawing/2014/main" id="{A0ABD1EA-F6CD-F56B-B5E1-034EEB64D63E}"/>
              </a:ext>
            </a:extLst>
          </p:cNvPr>
          <p:cNvSpPr>
            <a:spLocks noGrp="1"/>
          </p:cNvSpPr>
          <p:nvPr>
            <p:ph type="body" sz="quarter" idx="13"/>
          </p:nvPr>
        </p:nvSpPr>
        <p:spPr>
          <a:xfrm>
            <a:off x="6383049"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0">
            <a:extLst>
              <a:ext uri="{FF2B5EF4-FFF2-40B4-BE49-F238E27FC236}">
                <a16:creationId xmlns:a16="http://schemas.microsoft.com/office/drawing/2014/main" id="{0F2DD97F-E181-3C33-32D8-844B57967D83}"/>
              </a:ext>
            </a:extLst>
          </p:cNvPr>
          <p:cNvSpPr>
            <a:spLocks noGrp="1"/>
          </p:cNvSpPr>
          <p:nvPr>
            <p:ph type="body" sz="quarter" idx="14"/>
          </p:nvPr>
        </p:nvSpPr>
        <p:spPr>
          <a:xfrm>
            <a:off x="9428523"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EB933E98-EDAA-167B-D822-384AE57CFD41}"/>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9CE74F70-DD3B-B787-1122-8CC2F06AD01A}"/>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17" name="Text Placeholder 6">
            <a:extLst>
              <a:ext uri="{FF2B5EF4-FFF2-40B4-BE49-F238E27FC236}">
                <a16:creationId xmlns:a16="http://schemas.microsoft.com/office/drawing/2014/main" id="{73047254-F916-4821-F269-6EDEB3A3FAD7}"/>
              </a:ext>
            </a:extLst>
          </p:cNvPr>
          <p:cNvSpPr>
            <a:spLocks noGrp="1"/>
          </p:cNvSpPr>
          <p:nvPr>
            <p:ph type="body" sz="quarter" idx="21"/>
          </p:nvPr>
        </p:nvSpPr>
        <p:spPr>
          <a:xfrm>
            <a:off x="287963" y="288036"/>
            <a:ext cx="2470717" cy="1997964"/>
          </a:xfrm>
        </p:spPr>
        <p:txBody>
          <a:bodyPr/>
          <a:lstStyle>
            <a:lvl1pPr>
              <a:defRPr sz="1400">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3778690621"/>
      </p:ext>
    </p:extLst>
  </p:cSld>
  <p:clrMapOvr>
    <a:masterClrMapping/>
  </p:clrMapOvr>
  <p:transition spd="med"/>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oxes, 4 horizontal,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24353C-7670-AC55-CDA3-888971A5482E}"/>
              </a:ext>
            </a:extLst>
          </p:cNvPr>
          <p:cNvSpPr>
            <a:spLocks noGrp="1"/>
          </p:cNvSpPr>
          <p:nvPr>
            <p:ph type="title"/>
          </p:nvPr>
        </p:nvSpPr>
        <p:spPr>
          <a:xfrm>
            <a:off x="287962" y="192024"/>
            <a:ext cx="5517779" cy="2105089"/>
          </a:xfrm>
        </p:spPr>
        <p:txBody>
          <a:bodyPr rIns="457200"/>
          <a:lstStyle>
            <a:lvl1pPr>
              <a:lnSpc>
                <a:spcPct val="100000"/>
              </a:lnSpc>
              <a:defRPr sz="3399">
                <a:solidFill>
                  <a:schemeClr val="tx2"/>
                </a:solidFill>
              </a:defRPr>
            </a:lvl1pPr>
          </a:lstStyle>
          <a:p>
            <a:r>
              <a:rPr lang="en-US"/>
              <a:t>Click to edit Master title style</a:t>
            </a:r>
          </a:p>
        </p:txBody>
      </p:sp>
      <p:sp>
        <p:nvSpPr>
          <p:cNvPr id="3" name="Footer Placeholder 3">
            <a:extLst>
              <a:ext uri="{FF2B5EF4-FFF2-40B4-BE49-F238E27FC236}">
                <a16:creationId xmlns:a16="http://schemas.microsoft.com/office/drawing/2014/main" id="{A61589D3-5821-F43C-9924-D7FBDD5E84A5}"/>
              </a:ext>
            </a:extLst>
          </p:cNvPr>
          <p:cNvSpPr>
            <a:spLocks noGrp="1"/>
          </p:cNvSpPr>
          <p:nvPr>
            <p:ph type="ftr" sz="quarter" idx="18"/>
          </p:nvPr>
        </p:nvSpPr>
        <p:spPr>
          <a:xfrm>
            <a:off x="290474" y="6411643"/>
            <a:ext cx="2477765" cy="190500"/>
          </a:xfrm>
        </p:spPr>
        <p:txBody>
          <a:bodyPr/>
          <a:lstStyle/>
          <a:p>
            <a:endParaRPr lang="en-US"/>
          </a:p>
        </p:txBody>
      </p:sp>
      <p:sp>
        <p:nvSpPr>
          <p:cNvPr id="6" name="Slide Number">
            <a:extLst>
              <a:ext uri="{FF2B5EF4-FFF2-40B4-BE49-F238E27FC236}">
                <a16:creationId xmlns:a16="http://schemas.microsoft.com/office/drawing/2014/main" id="{9EA471B4-B30A-F4D7-84E4-C54A4D1ACDB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4" name="Text Placeholder 10">
            <a:extLst>
              <a:ext uri="{FF2B5EF4-FFF2-40B4-BE49-F238E27FC236}">
                <a16:creationId xmlns:a16="http://schemas.microsoft.com/office/drawing/2014/main" id="{C5CEBFE7-AD2E-DFE8-B046-3B866828612E}"/>
              </a:ext>
            </a:extLst>
          </p:cNvPr>
          <p:cNvSpPr>
            <a:spLocks noGrp="1"/>
          </p:cNvSpPr>
          <p:nvPr>
            <p:ph type="body" sz="quarter" idx="11"/>
          </p:nvPr>
        </p:nvSpPr>
        <p:spPr>
          <a:xfrm>
            <a:off x="287999" y="3337941"/>
            <a:ext cx="2474590" cy="2759647"/>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Text Placeholder 10">
            <a:extLst>
              <a:ext uri="{FF2B5EF4-FFF2-40B4-BE49-F238E27FC236}">
                <a16:creationId xmlns:a16="http://schemas.microsoft.com/office/drawing/2014/main" id="{42695C8E-740F-09FE-EEF5-F2D3F3F88137}"/>
              </a:ext>
            </a:extLst>
          </p:cNvPr>
          <p:cNvSpPr>
            <a:spLocks noGrp="1"/>
          </p:cNvSpPr>
          <p:nvPr>
            <p:ph type="body" sz="quarter" idx="12"/>
          </p:nvPr>
        </p:nvSpPr>
        <p:spPr>
          <a:xfrm>
            <a:off x="3331187"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10">
            <a:extLst>
              <a:ext uri="{FF2B5EF4-FFF2-40B4-BE49-F238E27FC236}">
                <a16:creationId xmlns:a16="http://schemas.microsoft.com/office/drawing/2014/main" id="{59937119-9484-C422-CDBB-7ACF8FB463EA}"/>
              </a:ext>
            </a:extLst>
          </p:cNvPr>
          <p:cNvSpPr>
            <a:spLocks noGrp="1"/>
          </p:cNvSpPr>
          <p:nvPr>
            <p:ph type="body" sz="quarter" idx="13"/>
          </p:nvPr>
        </p:nvSpPr>
        <p:spPr>
          <a:xfrm>
            <a:off x="6383049"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10">
            <a:extLst>
              <a:ext uri="{FF2B5EF4-FFF2-40B4-BE49-F238E27FC236}">
                <a16:creationId xmlns:a16="http://schemas.microsoft.com/office/drawing/2014/main" id="{031FDB97-22F2-B958-137D-E25328D2B01D}"/>
              </a:ext>
            </a:extLst>
          </p:cNvPr>
          <p:cNvSpPr>
            <a:spLocks noGrp="1"/>
          </p:cNvSpPr>
          <p:nvPr>
            <p:ph type="body" sz="quarter" idx="14"/>
          </p:nvPr>
        </p:nvSpPr>
        <p:spPr>
          <a:xfrm>
            <a:off x="9428523"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720599553"/>
      </p:ext>
    </p:extLst>
  </p:cSld>
  <p:clrMapOvr>
    <a:masterClrMapping/>
  </p:clrMapOvr>
  <p:transition spd="med"/>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oxes, 6 stacke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DD740D-848C-40A7-AB96-E7B74E0A800D}"/>
              </a:ext>
            </a:extLst>
          </p:cNvPr>
          <p:cNvSpPr>
            <a:spLocks noGrp="1"/>
          </p:cNvSpPr>
          <p:nvPr>
            <p:ph type="title"/>
          </p:nvPr>
        </p:nvSpPr>
        <p:spPr>
          <a:xfrm>
            <a:off x="287963" y="288036"/>
            <a:ext cx="2474590" cy="1997964"/>
          </a:xfrm>
        </p:spPr>
        <p:txBody>
          <a:bodyPr/>
          <a:lstStyle>
            <a:lvl1pPr>
              <a:lnSpc>
                <a:spcPct val="110000"/>
              </a:lnSpc>
              <a:defRPr sz="1400">
                <a:solidFill>
                  <a:schemeClr val="tx2"/>
                </a:solidFill>
              </a:defRPr>
            </a:lvl1pPr>
          </a:lstStyle>
          <a:p>
            <a:r>
              <a:rPr lang="en-US"/>
              <a:t>Click to edit Master title style</a:t>
            </a:r>
          </a:p>
        </p:txBody>
      </p:sp>
      <p:sp>
        <p:nvSpPr>
          <p:cNvPr id="14" name="Text Placeholder 9">
            <a:extLst>
              <a:ext uri="{FF2B5EF4-FFF2-40B4-BE49-F238E27FC236}">
                <a16:creationId xmlns:a16="http://schemas.microsoft.com/office/drawing/2014/main" id="{B1D44C30-196F-B4B1-540A-E556579735DB}"/>
              </a:ext>
            </a:extLst>
          </p:cNvPr>
          <p:cNvSpPr>
            <a:spLocks noGrp="1"/>
          </p:cNvSpPr>
          <p:nvPr>
            <p:ph type="body" sz="quarter" idx="20"/>
          </p:nvPr>
        </p:nvSpPr>
        <p:spPr>
          <a:xfrm>
            <a:off x="3332774" y="288035"/>
            <a:ext cx="2477701" cy="247802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793A9C8C-F98C-5899-BE8B-D1A544D66C6A}"/>
              </a:ext>
            </a:extLst>
          </p:cNvPr>
          <p:cNvSpPr>
            <a:spLocks noGrp="1"/>
          </p:cNvSpPr>
          <p:nvPr>
            <p:ph type="body" sz="quarter" idx="16"/>
          </p:nvPr>
        </p:nvSpPr>
        <p:spPr>
          <a:xfrm>
            <a:off x="6380919" y="288035"/>
            <a:ext cx="2477701" cy="247802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Text Placeholder 12">
            <a:extLst>
              <a:ext uri="{FF2B5EF4-FFF2-40B4-BE49-F238E27FC236}">
                <a16:creationId xmlns:a16="http://schemas.microsoft.com/office/drawing/2014/main" id="{2A62B128-D226-0D9B-89EC-51AFD07F30CF}"/>
              </a:ext>
            </a:extLst>
          </p:cNvPr>
          <p:cNvSpPr>
            <a:spLocks noGrp="1"/>
          </p:cNvSpPr>
          <p:nvPr>
            <p:ph type="body" sz="quarter" idx="17"/>
          </p:nvPr>
        </p:nvSpPr>
        <p:spPr>
          <a:xfrm>
            <a:off x="9428522" y="288035"/>
            <a:ext cx="2473130" cy="2478024"/>
          </a:xfrm>
        </p:spPr>
        <p:txBody>
          <a:bodyPr/>
          <a:lstStyle>
            <a:lvl1pPr>
              <a:lnSpc>
                <a:spcPct val="110000"/>
              </a:lnSpc>
              <a:spcBef>
                <a:spcPts val="0"/>
              </a:spcBef>
              <a:defRPr sz="1400" b="0" i="0">
                <a:solidFill>
                  <a:schemeClr val="tx1"/>
                </a:solidFill>
                <a:latin typeface="IBM Plex Sans Light" panose="020B0403050203000203" pitchFamily="34" charset="0"/>
              </a:defRPr>
            </a:lvl1pPr>
            <a:lvl2pPr marL="127990" indent="-127990">
              <a:lnSpc>
                <a:spcPct val="110000"/>
              </a:lnSpc>
              <a:spcBef>
                <a:spcPts val="0"/>
              </a:spcBef>
              <a:defRPr sz="1400" b="0" i="0">
                <a:solidFill>
                  <a:schemeClr val="tx1"/>
                </a:solidFill>
                <a:latin typeface="IBM Plex Sans Light" panose="020B0403050203000203" pitchFamily="34" charset="0"/>
              </a:defRPr>
            </a:lvl2pPr>
            <a:lvl3pPr marL="255981" indent="-127990">
              <a:lnSpc>
                <a:spcPct val="110000"/>
              </a:lnSpc>
              <a:spcBef>
                <a:spcPts val="0"/>
              </a:spcBef>
              <a:defRPr sz="1400" b="0" i="0">
                <a:solidFill>
                  <a:schemeClr val="tx1"/>
                </a:solidFill>
                <a:latin typeface="IBM Plex Sans Light" panose="020B0403050203000203" pitchFamily="34" charset="0"/>
              </a:defRPr>
            </a:lvl3pPr>
            <a:lvl4pPr marL="383971" indent="-127990">
              <a:lnSpc>
                <a:spcPct val="110000"/>
              </a:lnSpc>
              <a:spcBef>
                <a:spcPts val="0"/>
              </a:spcBef>
              <a:defRPr sz="1400" b="0" i="0">
                <a:solidFill>
                  <a:schemeClr val="tx1"/>
                </a:solidFill>
                <a:latin typeface="IBM Plex Sans Light" panose="020B0403050203000203" pitchFamily="34" charset="0"/>
              </a:defRPr>
            </a:lvl4pPr>
            <a:lvl5pPr>
              <a:lnSpc>
                <a:spcPct val="110000"/>
              </a:lnSpc>
              <a:spcBef>
                <a:spcPts val="0"/>
              </a:spcBef>
              <a:defRPr sz="1400" b="0" i="0">
                <a:solidFill>
                  <a:schemeClr val="tx1"/>
                </a:solidFill>
                <a:latin typeface="IBM Plex Sans Light" panose="020B0403050203000203"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06DFE032-E717-840D-774E-AC6218CA01A8}"/>
              </a:ext>
            </a:extLst>
          </p:cNvPr>
          <p:cNvSpPr>
            <a:spLocks noGrp="1"/>
          </p:cNvSpPr>
          <p:nvPr>
            <p:ph type="ftr" sz="quarter" idx="22"/>
          </p:nvPr>
        </p:nvSpPr>
        <p:spPr>
          <a:xfrm>
            <a:off x="290474" y="6411643"/>
            <a:ext cx="2477765" cy="190500"/>
          </a:xfrm>
        </p:spPr>
        <p:txBody>
          <a:bodyPr/>
          <a:lstStyle/>
          <a:p>
            <a:endParaRPr lang="en-US"/>
          </a:p>
        </p:txBody>
      </p:sp>
      <p:sp>
        <p:nvSpPr>
          <p:cNvPr id="7" name="Slide Number">
            <a:extLst>
              <a:ext uri="{FF2B5EF4-FFF2-40B4-BE49-F238E27FC236}">
                <a16:creationId xmlns:a16="http://schemas.microsoft.com/office/drawing/2014/main" id="{219EFD5E-874A-DCAB-55D5-D376C79F2C67}"/>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6" name="Text Placeholder 10">
            <a:extLst>
              <a:ext uri="{FF2B5EF4-FFF2-40B4-BE49-F238E27FC236}">
                <a16:creationId xmlns:a16="http://schemas.microsoft.com/office/drawing/2014/main" id="{0813F20A-BEE4-B8A6-B7C6-A452A39FAD7F}"/>
              </a:ext>
            </a:extLst>
          </p:cNvPr>
          <p:cNvSpPr>
            <a:spLocks noGrp="1"/>
          </p:cNvSpPr>
          <p:nvPr>
            <p:ph type="body" sz="quarter" idx="12"/>
          </p:nvPr>
        </p:nvSpPr>
        <p:spPr>
          <a:xfrm>
            <a:off x="3332774" y="3336925"/>
            <a:ext cx="2477701" cy="247802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10">
            <a:extLst>
              <a:ext uri="{FF2B5EF4-FFF2-40B4-BE49-F238E27FC236}">
                <a16:creationId xmlns:a16="http://schemas.microsoft.com/office/drawing/2014/main" id="{150973AC-ED14-F5BF-FFA2-3AA73BE9F47C}"/>
              </a:ext>
            </a:extLst>
          </p:cNvPr>
          <p:cNvSpPr>
            <a:spLocks noGrp="1"/>
          </p:cNvSpPr>
          <p:nvPr>
            <p:ph type="body" sz="quarter" idx="13"/>
          </p:nvPr>
        </p:nvSpPr>
        <p:spPr>
          <a:xfrm>
            <a:off x="6380919" y="3336925"/>
            <a:ext cx="2477701" cy="247802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10">
            <a:extLst>
              <a:ext uri="{FF2B5EF4-FFF2-40B4-BE49-F238E27FC236}">
                <a16:creationId xmlns:a16="http://schemas.microsoft.com/office/drawing/2014/main" id="{BE127C12-10BF-D35C-4112-2B9F89481529}"/>
              </a:ext>
            </a:extLst>
          </p:cNvPr>
          <p:cNvSpPr>
            <a:spLocks noGrp="1"/>
          </p:cNvSpPr>
          <p:nvPr>
            <p:ph type="body" sz="quarter" idx="14"/>
          </p:nvPr>
        </p:nvSpPr>
        <p:spPr>
          <a:xfrm>
            <a:off x="9428522" y="3336925"/>
            <a:ext cx="2473130" cy="247802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80394996"/>
      </p:ext>
    </p:extLst>
  </p:cSld>
  <p:clrMapOvr>
    <a:masterClrMapping/>
  </p:clrMapOvr>
  <p:transition spd="med"/>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oxes, 6 stacked, icon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A5819-78ED-4475-16CD-65C8A2C5EC85}"/>
              </a:ext>
            </a:extLst>
          </p:cNvPr>
          <p:cNvSpPr>
            <a:spLocks noGrp="1"/>
          </p:cNvSpPr>
          <p:nvPr>
            <p:ph type="title"/>
          </p:nvPr>
        </p:nvSpPr>
        <p:spPr>
          <a:xfrm>
            <a:off x="287963" y="288036"/>
            <a:ext cx="2474590" cy="1997964"/>
          </a:xfrm>
        </p:spPr>
        <p:txBody>
          <a:bodyPr/>
          <a:lstStyle>
            <a:lvl1pPr>
              <a:lnSpc>
                <a:spcPct val="110000"/>
              </a:lnSpc>
              <a:defRPr sz="1400">
                <a:solidFill>
                  <a:schemeClr val="tx2"/>
                </a:solidFill>
              </a:defRPr>
            </a:lvl1pPr>
          </a:lstStyle>
          <a:p>
            <a:r>
              <a:rPr lang="en-US"/>
              <a:t>Click to edit Master title style</a:t>
            </a:r>
          </a:p>
        </p:txBody>
      </p:sp>
      <p:sp>
        <p:nvSpPr>
          <p:cNvPr id="16" name="Picture Placeholder 15" descr="Place icon here">
            <a:extLst>
              <a:ext uri="{FF2B5EF4-FFF2-40B4-BE49-F238E27FC236}">
                <a16:creationId xmlns:a16="http://schemas.microsoft.com/office/drawing/2014/main" id="{DD1F0C48-79E5-E356-43FC-0FCF2DE89A20}"/>
              </a:ext>
            </a:extLst>
          </p:cNvPr>
          <p:cNvSpPr>
            <a:spLocks noGrp="1"/>
          </p:cNvSpPr>
          <p:nvPr>
            <p:ph type="pic" sz="quarter" idx="17" hasCustomPrompt="1"/>
          </p:nvPr>
        </p:nvSpPr>
        <p:spPr>
          <a:xfrm>
            <a:off x="3333316" y="288036"/>
            <a:ext cx="201142" cy="201613"/>
          </a:xfrm>
        </p:spPr>
        <p:txBody>
          <a:bodyPr/>
          <a:lstStyle>
            <a:lvl1pPr>
              <a:defRPr sz="700">
                <a:solidFill>
                  <a:schemeClr val="tx1"/>
                </a:solidFill>
              </a:defRPr>
            </a:lvl1pPr>
          </a:lstStyle>
          <a:p>
            <a:r>
              <a:rPr lang="en-US"/>
              <a:t>Icon</a:t>
            </a:r>
          </a:p>
        </p:txBody>
      </p:sp>
      <p:sp>
        <p:nvSpPr>
          <p:cNvPr id="5" name="Text Placeholder 4">
            <a:extLst>
              <a:ext uri="{FF2B5EF4-FFF2-40B4-BE49-F238E27FC236}">
                <a16:creationId xmlns:a16="http://schemas.microsoft.com/office/drawing/2014/main" id="{B3148C06-F3C6-0E95-A225-29F730DD158B}"/>
              </a:ext>
            </a:extLst>
          </p:cNvPr>
          <p:cNvSpPr>
            <a:spLocks noGrp="1"/>
          </p:cNvSpPr>
          <p:nvPr>
            <p:ph type="body" sz="quarter" idx="11"/>
          </p:nvPr>
        </p:nvSpPr>
        <p:spPr>
          <a:xfrm>
            <a:off x="3333316" y="762000"/>
            <a:ext cx="2477701" cy="1999551"/>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15" descr="Place icon here">
            <a:extLst>
              <a:ext uri="{FF2B5EF4-FFF2-40B4-BE49-F238E27FC236}">
                <a16:creationId xmlns:a16="http://schemas.microsoft.com/office/drawing/2014/main" id="{18E9E323-0756-7849-8F52-19C58A517BD5}"/>
              </a:ext>
            </a:extLst>
          </p:cNvPr>
          <p:cNvSpPr>
            <a:spLocks noGrp="1"/>
          </p:cNvSpPr>
          <p:nvPr>
            <p:ph type="pic" sz="quarter" idx="18" hasCustomPrompt="1"/>
          </p:nvPr>
        </p:nvSpPr>
        <p:spPr>
          <a:xfrm>
            <a:off x="6389168" y="288036"/>
            <a:ext cx="201142" cy="201613"/>
          </a:xfrm>
        </p:spPr>
        <p:txBody>
          <a:bodyPr/>
          <a:lstStyle>
            <a:lvl1pPr>
              <a:defRPr sz="700">
                <a:solidFill>
                  <a:schemeClr val="tx1"/>
                </a:solidFill>
              </a:defRPr>
            </a:lvl1pPr>
          </a:lstStyle>
          <a:p>
            <a:r>
              <a:rPr lang="en-US"/>
              <a:t>Icon</a:t>
            </a:r>
          </a:p>
        </p:txBody>
      </p:sp>
      <p:sp>
        <p:nvSpPr>
          <p:cNvPr id="6" name="Text Placeholder 4">
            <a:extLst>
              <a:ext uri="{FF2B5EF4-FFF2-40B4-BE49-F238E27FC236}">
                <a16:creationId xmlns:a16="http://schemas.microsoft.com/office/drawing/2014/main" id="{81FD5E03-A007-B728-4616-E05622A43A3D}"/>
              </a:ext>
            </a:extLst>
          </p:cNvPr>
          <p:cNvSpPr>
            <a:spLocks noGrp="1"/>
          </p:cNvSpPr>
          <p:nvPr>
            <p:ph type="body" sz="quarter" idx="12"/>
          </p:nvPr>
        </p:nvSpPr>
        <p:spPr>
          <a:xfrm>
            <a:off x="6389168" y="762000"/>
            <a:ext cx="2476178" cy="1999551"/>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Picture Placeholder 15" descr="Place icon here">
            <a:extLst>
              <a:ext uri="{FF2B5EF4-FFF2-40B4-BE49-F238E27FC236}">
                <a16:creationId xmlns:a16="http://schemas.microsoft.com/office/drawing/2014/main" id="{7C3BFFDB-5499-B3D7-98B2-1ABDA7D5C9DD}"/>
              </a:ext>
            </a:extLst>
          </p:cNvPr>
          <p:cNvSpPr>
            <a:spLocks noGrp="1"/>
          </p:cNvSpPr>
          <p:nvPr>
            <p:ph type="pic" sz="quarter" idx="19" hasCustomPrompt="1"/>
          </p:nvPr>
        </p:nvSpPr>
        <p:spPr>
          <a:xfrm>
            <a:off x="9428523" y="288036"/>
            <a:ext cx="201142" cy="201613"/>
          </a:xfrm>
        </p:spPr>
        <p:txBody>
          <a:bodyPr/>
          <a:lstStyle>
            <a:lvl1pPr>
              <a:defRPr sz="700">
                <a:solidFill>
                  <a:schemeClr val="tx1"/>
                </a:solidFill>
              </a:defRPr>
            </a:lvl1pPr>
          </a:lstStyle>
          <a:p>
            <a:r>
              <a:rPr lang="en-US"/>
              <a:t>Icon</a:t>
            </a:r>
          </a:p>
        </p:txBody>
      </p:sp>
      <p:sp>
        <p:nvSpPr>
          <p:cNvPr id="7" name="Text Placeholder 4">
            <a:extLst>
              <a:ext uri="{FF2B5EF4-FFF2-40B4-BE49-F238E27FC236}">
                <a16:creationId xmlns:a16="http://schemas.microsoft.com/office/drawing/2014/main" id="{EEC06719-7195-BBE7-0154-56A039A4B388}"/>
              </a:ext>
            </a:extLst>
          </p:cNvPr>
          <p:cNvSpPr>
            <a:spLocks noGrp="1"/>
          </p:cNvSpPr>
          <p:nvPr>
            <p:ph type="body" sz="quarter" idx="13"/>
          </p:nvPr>
        </p:nvSpPr>
        <p:spPr>
          <a:xfrm>
            <a:off x="9428523" y="761999"/>
            <a:ext cx="2473130" cy="1999550"/>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23" name="Straight Connector 22" descr="Horizontal row divider">
            <a:extLst>
              <a:ext uri="{FF2B5EF4-FFF2-40B4-BE49-F238E27FC236}">
                <a16:creationId xmlns:a16="http://schemas.microsoft.com/office/drawing/2014/main" id="{252CDB94-BA57-B58F-95F0-D406FE34BB40}"/>
              </a:ext>
              <a:ext uri="{C183D7F6-B498-43B3-948B-1728B52AA6E4}">
                <adec:decorative xmlns:adec="http://schemas.microsoft.com/office/drawing/2017/decorative" val="0"/>
              </a:ext>
            </a:extLst>
          </p:cNvPr>
          <p:cNvCxnSpPr>
            <a:cxnSpLocks/>
          </p:cNvCxnSpPr>
          <p:nvPr userDrawn="1"/>
        </p:nvCxnSpPr>
        <p:spPr bwMode="auto">
          <a:xfrm>
            <a:off x="3047603" y="3048000"/>
            <a:ext cx="8860271"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9" name="Picture Placeholder 15" descr="Place icon here">
            <a:extLst>
              <a:ext uri="{FF2B5EF4-FFF2-40B4-BE49-F238E27FC236}">
                <a16:creationId xmlns:a16="http://schemas.microsoft.com/office/drawing/2014/main" id="{C00295A2-8D30-455D-EBB9-FA7A46791936}"/>
              </a:ext>
            </a:extLst>
          </p:cNvPr>
          <p:cNvSpPr>
            <a:spLocks noGrp="1"/>
          </p:cNvSpPr>
          <p:nvPr>
            <p:ph type="pic" sz="quarter" idx="20" hasCustomPrompt="1"/>
          </p:nvPr>
        </p:nvSpPr>
        <p:spPr>
          <a:xfrm>
            <a:off x="3333316" y="3347315"/>
            <a:ext cx="201142" cy="201613"/>
          </a:xfrm>
        </p:spPr>
        <p:txBody>
          <a:bodyPr/>
          <a:lstStyle>
            <a:lvl1pPr>
              <a:defRPr sz="700">
                <a:solidFill>
                  <a:schemeClr val="tx1"/>
                </a:solidFill>
              </a:defRPr>
            </a:lvl1pPr>
          </a:lstStyle>
          <a:p>
            <a:r>
              <a:rPr lang="en-US"/>
              <a:t>Icon</a:t>
            </a:r>
          </a:p>
        </p:txBody>
      </p:sp>
      <p:sp>
        <p:nvSpPr>
          <p:cNvPr id="8" name="Text Placeholder 4">
            <a:extLst>
              <a:ext uri="{FF2B5EF4-FFF2-40B4-BE49-F238E27FC236}">
                <a16:creationId xmlns:a16="http://schemas.microsoft.com/office/drawing/2014/main" id="{2704E464-B0E0-CDD0-B14B-FA6386285AEC}"/>
              </a:ext>
            </a:extLst>
          </p:cNvPr>
          <p:cNvSpPr>
            <a:spLocks noGrp="1"/>
          </p:cNvSpPr>
          <p:nvPr>
            <p:ph type="body" sz="quarter" idx="14"/>
          </p:nvPr>
        </p:nvSpPr>
        <p:spPr>
          <a:xfrm>
            <a:off x="3333316" y="3811797"/>
            <a:ext cx="2477701" cy="1999148"/>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Picture Placeholder 15" descr="Place icon here">
            <a:extLst>
              <a:ext uri="{FF2B5EF4-FFF2-40B4-BE49-F238E27FC236}">
                <a16:creationId xmlns:a16="http://schemas.microsoft.com/office/drawing/2014/main" id="{F30F0F2C-CA19-3A79-4375-EB8A00FA887C}"/>
              </a:ext>
            </a:extLst>
          </p:cNvPr>
          <p:cNvSpPr>
            <a:spLocks noGrp="1"/>
          </p:cNvSpPr>
          <p:nvPr>
            <p:ph type="pic" sz="quarter" idx="21" hasCustomPrompt="1"/>
          </p:nvPr>
        </p:nvSpPr>
        <p:spPr>
          <a:xfrm>
            <a:off x="6389168" y="3347315"/>
            <a:ext cx="201142" cy="201613"/>
          </a:xfrm>
        </p:spPr>
        <p:txBody>
          <a:bodyPr/>
          <a:lstStyle>
            <a:lvl1pPr>
              <a:defRPr sz="700">
                <a:solidFill>
                  <a:schemeClr val="tx1"/>
                </a:solidFill>
              </a:defRPr>
            </a:lvl1pPr>
          </a:lstStyle>
          <a:p>
            <a:r>
              <a:rPr lang="en-US"/>
              <a:t>Icon</a:t>
            </a:r>
          </a:p>
        </p:txBody>
      </p:sp>
      <p:sp>
        <p:nvSpPr>
          <p:cNvPr id="9" name="Text Placeholder 4">
            <a:extLst>
              <a:ext uri="{FF2B5EF4-FFF2-40B4-BE49-F238E27FC236}">
                <a16:creationId xmlns:a16="http://schemas.microsoft.com/office/drawing/2014/main" id="{E96B64B8-6DA8-8704-DD30-37587B3E6824}"/>
              </a:ext>
            </a:extLst>
          </p:cNvPr>
          <p:cNvSpPr>
            <a:spLocks noGrp="1"/>
          </p:cNvSpPr>
          <p:nvPr>
            <p:ph type="body" sz="quarter" idx="15"/>
          </p:nvPr>
        </p:nvSpPr>
        <p:spPr>
          <a:xfrm>
            <a:off x="6389168" y="3811797"/>
            <a:ext cx="2477701" cy="1999146"/>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15" descr="Place icon here">
            <a:extLst>
              <a:ext uri="{FF2B5EF4-FFF2-40B4-BE49-F238E27FC236}">
                <a16:creationId xmlns:a16="http://schemas.microsoft.com/office/drawing/2014/main" id="{9354D8C6-F61D-3FC1-07F8-FEE730E2D7A8}"/>
              </a:ext>
            </a:extLst>
          </p:cNvPr>
          <p:cNvSpPr>
            <a:spLocks noGrp="1"/>
          </p:cNvSpPr>
          <p:nvPr>
            <p:ph type="pic" sz="quarter" idx="22" hasCustomPrompt="1"/>
          </p:nvPr>
        </p:nvSpPr>
        <p:spPr>
          <a:xfrm>
            <a:off x="9428523" y="3347315"/>
            <a:ext cx="201142" cy="201613"/>
          </a:xfrm>
        </p:spPr>
        <p:txBody>
          <a:bodyPr/>
          <a:lstStyle>
            <a:lvl1pPr>
              <a:defRPr sz="700">
                <a:solidFill>
                  <a:schemeClr val="tx1"/>
                </a:solidFill>
              </a:defRPr>
            </a:lvl1pPr>
          </a:lstStyle>
          <a:p>
            <a:r>
              <a:rPr lang="en-US"/>
              <a:t>Icon</a:t>
            </a:r>
          </a:p>
        </p:txBody>
      </p:sp>
      <p:sp>
        <p:nvSpPr>
          <p:cNvPr id="10" name="Text Placeholder 4">
            <a:extLst>
              <a:ext uri="{FF2B5EF4-FFF2-40B4-BE49-F238E27FC236}">
                <a16:creationId xmlns:a16="http://schemas.microsoft.com/office/drawing/2014/main" id="{AF965C82-A0A6-A670-C10A-6073DD3549EB}"/>
              </a:ext>
            </a:extLst>
          </p:cNvPr>
          <p:cNvSpPr>
            <a:spLocks noGrp="1"/>
          </p:cNvSpPr>
          <p:nvPr>
            <p:ph type="body" sz="quarter" idx="16"/>
          </p:nvPr>
        </p:nvSpPr>
        <p:spPr>
          <a:xfrm>
            <a:off x="9428523" y="3811797"/>
            <a:ext cx="2473130" cy="1999144"/>
          </a:xfrm>
        </p:spPr>
        <p:txBody>
          <a:bodyPr/>
          <a:lstStyle>
            <a:lvl1pPr>
              <a:lnSpc>
                <a:spcPct val="110000"/>
              </a:lnSpc>
              <a:spcBef>
                <a:spcPts val="0"/>
              </a:spcBef>
              <a:defRPr sz="1200">
                <a:solidFill>
                  <a:schemeClr val="tx1"/>
                </a:solidFill>
              </a:defRPr>
            </a:lvl1pPr>
            <a:lvl2pPr marL="109706" indent="-109706">
              <a:lnSpc>
                <a:spcPct val="110000"/>
              </a:lnSpc>
              <a:spcBef>
                <a:spcPts val="0"/>
              </a:spcBef>
              <a:defRPr sz="1200">
                <a:solidFill>
                  <a:schemeClr val="tx1"/>
                </a:solidFill>
              </a:defRPr>
            </a:lvl2pPr>
            <a:lvl3pPr marL="219412" indent="-109706">
              <a:lnSpc>
                <a:spcPct val="110000"/>
              </a:lnSpc>
              <a:spcBef>
                <a:spcPts val="0"/>
              </a:spcBef>
              <a:defRPr sz="1200">
                <a:solidFill>
                  <a:schemeClr val="tx1"/>
                </a:solidFill>
              </a:defRPr>
            </a:lvl3pPr>
            <a:lvl4pPr marL="329118" indent="-109706">
              <a:lnSpc>
                <a:spcPct val="110000"/>
              </a:lnSpc>
              <a:spcBef>
                <a:spcPts val="0"/>
              </a:spcBef>
              <a:defRPr sz="1200">
                <a:solidFill>
                  <a:schemeClr val="tx1"/>
                </a:solidFill>
              </a:defRPr>
            </a:lvl4pPr>
            <a:lvl5pPr>
              <a:lnSpc>
                <a:spcPct val="110000"/>
              </a:lnSpc>
              <a:spcBef>
                <a:spcPts val="0"/>
              </a:spcBef>
              <a:defRPr sz="12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56C9A7FC-6BA2-EF1D-18D5-F605D8C7C003}"/>
              </a:ext>
            </a:extLst>
          </p:cNvPr>
          <p:cNvSpPr>
            <a:spLocks noGrp="1"/>
          </p:cNvSpPr>
          <p:nvPr>
            <p:ph type="ftr" sz="quarter" idx="23"/>
          </p:nvPr>
        </p:nvSpPr>
        <p:spPr>
          <a:xfrm>
            <a:off x="287963" y="6408000"/>
            <a:ext cx="2477765" cy="190500"/>
          </a:xfrm>
        </p:spPr>
        <p:txBody>
          <a:bodyPr/>
          <a:lstStyle/>
          <a:p>
            <a:endParaRPr lang="en-US"/>
          </a:p>
        </p:txBody>
      </p:sp>
      <p:sp>
        <p:nvSpPr>
          <p:cNvPr id="12" name="Slide Number">
            <a:extLst>
              <a:ext uri="{FF2B5EF4-FFF2-40B4-BE49-F238E27FC236}">
                <a16:creationId xmlns:a16="http://schemas.microsoft.com/office/drawing/2014/main" id="{C0294F07-890E-B2F9-0CAD-1B5AFB7648AB}"/>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4" name="Straight Connector 3" descr="Vertical column divider">
            <a:extLst>
              <a:ext uri="{FF2B5EF4-FFF2-40B4-BE49-F238E27FC236}">
                <a16:creationId xmlns:a16="http://schemas.microsoft.com/office/drawing/2014/main" id="{0E795639-6102-AB6C-5918-29F86236BFD2}"/>
              </a:ext>
            </a:extLst>
          </p:cNvPr>
          <p:cNvCxnSpPr>
            <a:cxnSpLocks/>
          </p:cNvCxnSpPr>
          <p:nvPr userDrawn="1"/>
        </p:nvCxnSpPr>
        <p:spPr bwMode="auto">
          <a:xfrm>
            <a:off x="3047603"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1" name="Straight Connector 10" descr="Vertical column divider">
            <a:extLst>
              <a:ext uri="{FF2B5EF4-FFF2-40B4-BE49-F238E27FC236}">
                <a16:creationId xmlns:a16="http://schemas.microsoft.com/office/drawing/2014/main" id="{357E5319-53C7-E291-189E-B5A9A71EC85F}"/>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descr="Vertical column divider">
            <a:extLst>
              <a:ext uri="{FF2B5EF4-FFF2-40B4-BE49-F238E27FC236}">
                <a16:creationId xmlns:a16="http://schemas.microsoft.com/office/drawing/2014/main" id="{C5786CF5-FEFB-F111-90C8-4410630FD7A3}"/>
              </a:ext>
            </a:extLst>
          </p:cNvPr>
          <p:cNvCxnSpPr>
            <a:cxnSpLocks/>
          </p:cNvCxnSpPr>
          <p:nvPr userDrawn="1"/>
        </p:nvCxnSpPr>
        <p:spPr bwMode="auto">
          <a:xfrm>
            <a:off x="9142810" y="285051"/>
            <a:ext cx="0" cy="581104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16005806"/>
      </p:ext>
    </p:extLst>
  </p:cSld>
  <p:clrMapOvr>
    <a:masterClrMapping/>
  </p:clrMapOvr>
  <p:transition spd="med"/>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oxes, 6 stacked, alternate, large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3E52F-EEA1-D56F-5E7A-C1983151DCC0}"/>
              </a:ext>
            </a:extLst>
          </p:cNvPr>
          <p:cNvSpPr>
            <a:spLocks noGrp="1"/>
          </p:cNvSpPr>
          <p:nvPr>
            <p:ph type="title"/>
          </p:nvPr>
        </p:nvSpPr>
        <p:spPr>
          <a:xfrm>
            <a:off x="287963" y="192024"/>
            <a:ext cx="5519019" cy="1706563"/>
          </a:xfrm>
        </p:spPr>
        <p:txBody>
          <a:bodyPr rIns="457200"/>
          <a:lstStyle>
            <a:lvl1pPr>
              <a:lnSpc>
                <a:spcPct val="100000"/>
              </a:lnSpc>
              <a:defRPr sz="3399">
                <a:solidFill>
                  <a:schemeClr val="tx2"/>
                </a:solidFill>
              </a:defRPr>
            </a:lvl1pPr>
          </a:lstStyle>
          <a:p>
            <a:r>
              <a:rPr lang="en-US"/>
              <a:t>Click to edit Master title style</a:t>
            </a:r>
          </a:p>
        </p:txBody>
      </p:sp>
      <p:sp>
        <p:nvSpPr>
          <p:cNvPr id="7" name="Text Placeholder 6">
            <a:extLst>
              <a:ext uri="{FF2B5EF4-FFF2-40B4-BE49-F238E27FC236}">
                <a16:creationId xmlns:a16="http://schemas.microsoft.com/office/drawing/2014/main" id="{6D534223-A15F-A9E6-C7FA-95FFDF117A57}"/>
              </a:ext>
            </a:extLst>
          </p:cNvPr>
          <p:cNvSpPr>
            <a:spLocks noGrp="1"/>
          </p:cNvSpPr>
          <p:nvPr>
            <p:ph type="body" sz="quarter" idx="12"/>
          </p:nvPr>
        </p:nvSpPr>
        <p:spPr>
          <a:xfrm>
            <a:off x="6389168" y="288036"/>
            <a:ext cx="2476178" cy="247729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9" name="Straight Connector 18" descr="Vertical column divider">
            <a:extLst>
              <a:ext uri="{FF2B5EF4-FFF2-40B4-BE49-F238E27FC236}">
                <a16:creationId xmlns:a16="http://schemas.microsoft.com/office/drawing/2014/main" id="{B87B78A1-A315-98D3-1692-18AAAF4C6002}"/>
              </a:ext>
              <a:ext uri="{C183D7F6-B498-43B3-948B-1728B52AA6E4}">
                <adec:decorative xmlns:adec="http://schemas.microsoft.com/office/drawing/2017/decorative" val="0"/>
              </a:ext>
            </a:extLst>
          </p:cNvPr>
          <p:cNvCxnSpPr>
            <a:cxnSpLocks/>
          </p:cNvCxnSpPr>
          <p:nvPr userDrawn="1"/>
        </p:nvCxnSpPr>
        <p:spPr bwMode="auto">
          <a:xfrm>
            <a:off x="9142810" y="286569"/>
            <a:ext cx="0" cy="5811019"/>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8" name="Text Placeholder 6">
            <a:extLst>
              <a:ext uri="{FF2B5EF4-FFF2-40B4-BE49-F238E27FC236}">
                <a16:creationId xmlns:a16="http://schemas.microsoft.com/office/drawing/2014/main" id="{C1675E3B-BB72-1CF2-CC6C-1977AEAF5921}"/>
              </a:ext>
            </a:extLst>
          </p:cNvPr>
          <p:cNvSpPr>
            <a:spLocks noGrp="1"/>
          </p:cNvSpPr>
          <p:nvPr userDrawn="1">
            <p:ph type="body" sz="quarter" idx="13"/>
          </p:nvPr>
        </p:nvSpPr>
        <p:spPr>
          <a:xfrm>
            <a:off x="9430109" y="288036"/>
            <a:ext cx="2476178" cy="247729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6" name="Straight Connector 15" descr="Horizontal row divider">
            <a:extLst>
              <a:ext uri="{FF2B5EF4-FFF2-40B4-BE49-F238E27FC236}">
                <a16:creationId xmlns:a16="http://schemas.microsoft.com/office/drawing/2014/main" id="{4F455E69-0B51-1D31-E569-651079398D33}"/>
              </a:ext>
              <a:ext uri="{C183D7F6-B498-43B3-948B-1728B52AA6E4}">
                <adec:decorative xmlns:adec="http://schemas.microsoft.com/office/drawing/2017/decorative" val="0"/>
              </a:ext>
            </a:extLst>
          </p:cNvPr>
          <p:cNvCxnSpPr>
            <a:cxnSpLocks/>
          </p:cNvCxnSpPr>
          <p:nvPr userDrawn="1"/>
        </p:nvCxnSpPr>
        <p:spPr bwMode="auto">
          <a:xfrm>
            <a:off x="287999" y="3048000"/>
            <a:ext cx="11612733"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8" name="Straight Connector 17" descr="Vertical column divider">
            <a:extLst>
              <a:ext uri="{FF2B5EF4-FFF2-40B4-BE49-F238E27FC236}">
                <a16:creationId xmlns:a16="http://schemas.microsoft.com/office/drawing/2014/main" id="{54C560F4-CB2D-6B04-588B-57BB4D4E6DC3}"/>
              </a:ext>
              <a:ext uri="{C183D7F6-B498-43B3-948B-1728B52AA6E4}">
                <adec:decorative xmlns:adec="http://schemas.microsoft.com/office/drawing/2017/decorative" val="0"/>
              </a:ext>
            </a:extLst>
          </p:cNvPr>
          <p:cNvCxnSpPr>
            <a:cxnSpLocks/>
          </p:cNvCxnSpPr>
          <p:nvPr userDrawn="1"/>
        </p:nvCxnSpPr>
        <p:spPr bwMode="auto">
          <a:xfrm>
            <a:off x="3047603" y="3048000"/>
            <a:ext cx="0" cy="3049588"/>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3" name="Footer Placeholder 3">
            <a:extLst>
              <a:ext uri="{FF2B5EF4-FFF2-40B4-BE49-F238E27FC236}">
                <a16:creationId xmlns:a16="http://schemas.microsoft.com/office/drawing/2014/main" id="{59A0B1DF-AF8B-38B3-B47C-60722DFBF162}"/>
              </a:ext>
            </a:extLst>
          </p:cNvPr>
          <p:cNvSpPr>
            <a:spLocks noGrp="1"/>
          </p:cNvSpPr>
          <p:nvPr userDrawn="1">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EFD38FC2-A92F-D3A8-74D5-CE6E95D9C133}"/>
              </a:ext>
            </a:extLst>
          </p:cNvPr>
          <p:cNvSpPr txBox="1">
            <a:spLocks noGrp="1"/>
          </p:cNvSpPr>
          <p:nvPr userDrawn="1">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5" name="Straight Connector 4" descr="Vertical column divider">
            <a:extLst>
              <a:ext uri="{FF2B5EF4-FFF2-40B4-BE49-F238E27FC236}">
                <a16:creationId xmlns:a16="http://schemas.microsoft.com/office/drawing/2014/main" id="{A5B6E0FE-2F6F-9D77-9834-2DF9E13E2262}"/>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9" name="Text Placeholder 10">
            <a:extLst>
              <a:ext uri="{FF2B5EF4-FFF2-40B4-BE49-F238E27FC236}">
                <a16:creationId xmlns:a16="http://schemas.microsoft.com/office/drawing/2014/main" id="{022E65FD-CDEF-1AA2-2521-5B200BF4B6BD}"/>
              </a:ext>
            </a:extLst>
          </p:cNvPr>
          <p:cNvSpPr>
            <a:spLocks noGrp="1"/>
          </p:cNvSpPr>
          <p:nvPr>
            <p:ph type="body" sz="quarter" idx="11"/>
          </p:nvPr>
        </p:nvSpPr>
        <p:spPr>
          <a:xfrm>
            <a:off x="287999" y="3337941"/>
            <a:ext cx="2474590" cy="2759647"/>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10">
            <a:extLst>
              <a:ext uri="{FF2B5EF4-FFF2-40B4-BE49-F238E27FC236}">
                <a16:creationId xmlns:a16="http://schemas.microsoft.com/office/drawing/2014/main" id="{83C43A7A-FFA5-D00F-7BEB-AA5C5DA6FB8E}"/>
              </a:ext>
            </a:extLst>
          </p:cNvPr>
          <p:cNvSpPr>
            <a:spLocks noGrp="1"/>
          </p:cNvSpPr>
          <p:nvPr>
            <p:ph type="body" sz="quarter" idx="19"/>
          </p:nvPr>
        </p:nvSpPr>
        <p:spPr>
          <a:xfrm>
            <a:off x="3331187"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10">
            <a:extLst>
              <a:ext uri="{FF2B5EF4-FFF2-40B4-BE49-F238E27FC236}">
                <a16:creationId xmlns:a16="http://schemas.microsoft.com/office/drawing/2014/main" id="{6558C27E-CF79-F761-3827-DA392178DC8E}"/>
              </a:ext>
            </a:extLst>
          </p:cNvPr>
          <p:cNvSpPr>
            <a:spLocks noGrp="1"/>
          </p:cNvSpPr>
          <p:nvPr>
            <p:ph type="body" sz="quarter" idx="20"/>
          </p:nvPr>
        </p:nvSpPr>
        <p:spPr>
          <a:xfrm>
            <a:off x="6389168"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10">
            <a:extLst>
              <a:ext uri="{FF2B5EF4-FFF2-40B4-BE49-F238E27FC236}">
                <a16:creationId xmlns:a16="http://schemas.microsoft.com/office/drawing/2014/main" id="{C0BF9C6F-22AC-2FF0-D8C9-37373CDEB3A5}"/>
              </a:ext>
            </a:extLst>
          </p:cNvPr>
          <p:cNvSpPr>
            <a:spLocks noGrp="1"/>
          </p:cNvSpPr>
          <p:nvPr>
            <p:ph type="body" sz="quarter" idx="14"/>
          </p:nvPr>
        </p:nvSpPr>
        <p:spPr>
          <a:xfrm>
            <a:off x="9428523"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594962223"/>
      </p:ext>
    </p:extLst>
  </p:cSld>
  <p:clrMapOvr>
    <a:masterClrMapping/>
  </p:clrMapOvr>
  <p:transition spd="med"/>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oxes, 6 stacked, alternate, small tit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B3E52F-EEA1-D56F-5E7A-C1983151DCC0}"/>
              </a:ext>
            </a:extLst>
          </p:cNvPr>
          <p:cNvSpPr>
            <a:spLocks noGrp="1"/>
          </p:cNvSpPr>
          <p:nvPr>
            <p:ph type="title"/>
          </p:nvPr>
        </p:nvSpPr>
        <p:spPr>
          <a:xfrm>
            <a:off x="287963" y="288036"/>
            <a:ext cx="2474590" cy="1706563"/>
          </a:xfrm>
        </p:spPr>
        <p:txBody>
          <a:bodyPr rIns="0"/>
          <a:lstStyle>
            <a:lvl1pPr>
              <a:lnSpc>
                <a:spcPct val="110000"/>
              </a:lnSpc>
              <a:defRPr sz="1800">
                <a:solidFill>
                  <a:schemeClr val="tx2"/>
                </a:solidFill>
              </a:defRPr>
            </a:lvl1pPr>
          </a:lstStyle>
          <a:p>
            <a:r>
              <a:rPr lang="en-US"/>
              <a:t>Click to edit Master title style</a:t>
            </a:r>
          </a:p>
        </p:txBody>
      </p:sp>
      <p:sp>
        <p:nvSpPr>
          <p:cNvPr id="7" name="Text Placeholder 6">
            <a:extLst>
              <a:ext uri="{FF2B5EF4-FFF2-40B4-BE49-F238E27FC236}">
                <a16:creationId xmlns:a16="http://schemas.microsoft.com/office/drawing/2014/main" id="{6D534223-A15F-A9E6-C7FA-95FFDF117A57}"/>
              </a:ext>
            </a:extLst>
          </p:cNvPr>
          <p:cNvSpPr>
            <a:spLocks noGrp="1"/>
          </p:cNvSpPr>
          <p:nvPr>
            <p:ph type="body" sz="quarter" idx="12"/>
          </p:nvPr>
        </p:nvSpPr>
        <p:spPr>
          <a:xfrm>
            <a:off x="6389168" y="288036"/>
            <a:ext cx="2476178" cy="247729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6">
            <a:extLst>
              <a:ext uri="{FF2B5EF4-FFF2-40B4-BE49-F238E27FC236}">
                <a16:creationId xmlns:a16="http://schemas.microsoft.com/office/drawing/2014/main" id="{C1675E3B-BB72-1CF2-CC6C-1977AEAF5921}"/>
              </a:ext>
            </a:extLst>
          </p:cNvPr>
          <p:cNvSpPr>
            <a:spLocks noGrp="1"/>
          </p:cNvSpPr>
          <p:nvPr>
            <p:ph type="body" sz="quarter" idx="13"/>
          </p:nvPr>
        </p:nvSpPr>
        <p:spPr>
          <a:xfrm>
            <a:off x="9430109" y="288036"/>
            <a:ext cx="2476178" cy="2477294"/>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7C192388-DAC3-247F-4457-03A65F8CDF36}"/>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72D75691-23B7-FADC-4357-CB3662EB3779}"/>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cxnSp>
        <p:nvCxnSpPr>
          <p:cNvPr id="5" name="Straight Connector 4" descr="Vertical column divider">
            <a:extLst>
              <a:ext uri="{FF2B5EF4-FFF2-40B4-BE49-F238E27FC236}">
                <a16:creationId xmlns:a16="http://schemas.microsoft.com/office/drawing/2014/main" id="{CB17488F-3B5A-CD3F-8D89-787477C1F946}"/>
              </a:ext>
              <a:ext uri="{C183D7F6-B498-43B3-948B-1728B52AA6E4}">
                <adec:decorative xmlns:adec="http://schemas.microsoft.com/office/drawing/2017/decorative" val="0"/>
              </a:ext>
            </a:extLst>
          </p:cNvPr>
          <p:cNvCxnSpPr>
            <a:cxnSpLocks/>
          </p:cNvCxnSpPr>
          <p:nvPr userDrawn="1"/>
        </p:nvCxnSpPr>
        <p:spPr bwMode="auto">
          <a:xfrm>
            <a:off x="9142810" y="286569"/>
            <a:ext cx="0" cy="5811019"/>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3" name="Straight Connector 12" descr="Horizontal row divider">
            <a:extLst>
              <a:ext uri="{FF2B5EF4-FFF2-40B4-BE49-F238E27FC236}">
                <a16:creationId xmlns:a16="http://schemas.microsoft.com/office/drawing/2014/main" id="{7B2108DD-FE3A-F98C-D857-CDFA3DAD9666}"/>
              </a:ext>
              <a:ext uri="{C183D7F6-B498-43B3-948B-1728B52AA6E4}">
                <adec:decorative xmlns:adec="http://schemas.microsoft.com/office/drawing/2017/decorative" val="0"/>
              </a:ext>
            </a:extLst>
          </p:cNvPr>
          <p:cNvCxnSpPr>
            <a:cxnSpLocks/>
          </p:cNvCxnSpPr>
          <p:nvPr userDrawn="1"/>
        </p:nvCxnSpPr>
        <p:spPr bwMode="auto">
          <a:xfrm>
            <a:off x="287999" y="3048000"/>
            <a:ext cx="11612733" cy="0"/>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4" name="Straight Connector 13" descr="Vertical column divider">
            <a:extLst>
              <a:ext uri="{FF2B5EF4-FFF2-40B4-BE49-F238E27FC236}">
                <a16:creationId xmlns:a16="http://schemas.microsoft.com/office/drawing/2014/main" id="{03D0E68D-02AF-474A-3224-FF5108D23382}"/>
              </a:ext>
              <a:ext uri="{C183D7F6-B498-43B3-948B-1728B52AA6E4}">
                <adec:decorative xmlns:adec="http://schemas.microsoft.com/office/drawing/2017/decorative" val="0"/>
              </a:ext>
            </a:extLst>
          </p:cNvPr>
          <p:cNvCxnSpPr>
            <a:cxnSpLocks/>
          </p:cNvCxnSpPr>
          <p:nvPr userDrawn="1"/>
        </p:nvCxnSpPr>
        <p:spPr bwMode="auto">
          <a:xfrm>
            <a:off x="3047603" y="3041650"/>
            <a:ext cx="0" cy="3055938"/>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15" name="Straight Connector 14" descr="Vertical column divider">
            <a:extLst>
              <a:ext uri="{FF2B5EF4-FFF2-40B4-BE49-F238E27FC236}">
                <a16:creationId xmlns:a16="http://schemas.microsoft.com/office/drawing/2014/main" id="{5600EFDE-928F-B419-8585-5582A68373F2}"/>
              </a:ext>
            </a:extLst>
          </p:cNvPr>
          <p:cNvCxnSpPr>
            <a:cxnSpLocks/>
          </p:cNvCxnSpPr>
          <p:nvPr userDrawn="1"/>
        </p:nvCxnSpPr>
        <p:spPr bwMode="auto">
          <a:xfrm>
            <a:off x="6095270" y="285051"/>
            <a:ext cx="0" cy="5812536"/>
          </a:xfrm>
          <a:prstGeom prst="line">
            <a:avLst/>
          </a:prstGeom>
          <a:ln w="12700">
            <a:solidFill>
              <a:schemeClr val="tx1"/>
            </a:solidFill>
            <a:headEnd type="none" w="med" len="med"/>
            <a:tailEnd type="none" w="med" len="med"/>
          </a:ln>
          <a:effectLst/>
        </p:spPr>
        <p:style>
          <a:lnRef idx="1">
            <a:schemeClr val="dk1"/>
          </a:lnRef>
          <a:fillRef idx="0">
            <a:schemeClr val="dk1"/>
          </a:fillRef>
          <a:effectRef idx="0">
            <a:schemeClr val="dk1"/>
          </a:effectRef>
          <a:fontRef idx="minor">
            <a:schemeClr val="tx1"/>
          </a:fontRef>
        </p:style>
      </p:cxnSp>
      <p:sp>
        <p:nvSpPr>
          <p:cNvPr id="16" name="Text Placeholder 10">
            <a:extLst>
              <a:ext uri="{FF2B5EF4-FFF2-40B4-BE49-F238E27FC236}">
                <a16:creationId xmlns:a16="http://schemas.microsoft.com/office/drawing/2014/main" id="{5C1B1885-0510-1907-4EAD-DB9018C133E5}"/>
              </a:ext>
            </a:extLst>
          </p:cNvPr>
          <p:cNvSpPr>
            <a:spLocks noGrp="1"/>
          </p:cNvSpPr>
          <p:nvPr>
            <p:ph type="body" sz="quarter" idx="11"/>
          </p:nvPr>
        </p:nvSpPr>
        <p:spPr>
          <a:xfrm>
            <a:off x="287999" y="3337941"/>
            <a:ext cx="2474590" cy="2759647"/>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Text Placeholder 10">
            <a:extLst>
              <a:ext uri="{FF2B5EF4-FFF2-40B4-BE49-F238E27FC236}">
                <a16:creationId xmlns:a16="http://schemas.microsoft.com/office/drawing/2014/main" id="{5804D2DB-0651-E704-D761-49FB6352B7C3}"/>
              </a:ext>
            </a:extLst>
          </p:cNvPr>
          <p:cNvSpPr>
            <a:spLocks noGrp="1"/>
          </p:cNvSpPr>
          <p:nvPr>
            <p:ph type="body" sz="quarter" idx="19"/>
          </p:nvPr>
        </p:nvSpPr>
        <p:spPr>
          <a:xfrm>
            <a:off x="3331187"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10">
            <a:extLst>
              <a:ext uri="{FF2B5EF4-FFF2-40B4-BE49-F238E27FC236}">
                <a16:creationId xmlns:a16="http://schemas.microsoft.com/office/drawing/2014/main" id="{9900EBA3-CCC2-CE83-A620-B68ADAF8371C}"/>
              </a:ext>
            </a:extLst>
          </p:cNvPr>
          <p:cNvSpPr>
            <a:spLocks noGrp="1"/>
          </p:cNvSpPr>
          <p:nvPr>
            <p:ph type="body" sz="quarter" idx="20"/>
          </p:nvPr>
        </p:nvSpPr>
        <p:spPr>
          <a:xfrm>
            <a:off x="6389168"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Text Placeholder 10">
            <a:extLst>
              <a:ext uri="{FF2B5EF4-FFF2-40B4-BE49-F238E27FC236}">
                <a16:creationId xmlns:a16="http://schemas.microsoft.com/office/drawing/2014/main" id="{FAB4091C-FF62-7BAF-B996-F22392D5E709}"/>
              </a:ext>
            </a:extLst>
          </p:cNvPr>
          <p:cNvSpPr>
            <a:spLocks noGrp="1"/>
          </p:cNvSpPr>
          <p:nvPr>
            <p:ph type="body" sz="quarter" idx="14"/>
          </p:nvPr>
        </p:nvSpPr>
        <p:spPr>
          <a:xfrm>
            <a:off x="9428523" y="3336926"/>
            <a:ext cx="2474590" cy="2760662"/>
          </a:xfrm>
        </p:spPr>
        <p:txBody>
          <a:bodyPr/>
          <a:lstStyle>
            <a:lvl1pPr>
              <a:spcBef>
                <a:spcPts val="0"/>
              </a:spcBef>
              <a:defRPr sz="1400">
                <a:solidFill>
                  <a:schemeClr val="tx1"/>
                </a:solidFill>
              </a:defRPr>
            </a:lvl1pPr>
            <a:lvl2pPr marL="127990" indent="-127990">
              <a:spcBef>
                <a:spcPts val="0"/>
              </a:spcBef>
              <a:defRPr sz="1400">
                <a:solidFill>
                  <a:schemeClr val="tx1"/>
                </a:solidFill>
              </a:defRPr>
            </a:lvl2pPr>
            <a:lvl3pPr marL="255981" indent="-127990">
              <a:spcBef>
                <a:spcPts val="0"/>
              </a:spcBef>
              <a:defRPr sz="1400">
                <a:solidFill>
                  <a:schemeClr val="tx1"/>
                </a:solidFill>
              </a:defRPr>
            </a:lvl3pPr>
            <a:lvl4pPr marL="383971" indent="-127990">
              <a:spcBef>
                <a:spcPts val="0"/>
              </a:spcBef>
              <a:defRPr sz="1400">
                <a:solidFill>
                  <a:schemeClr val="tx1"/>
                </a:solidFill>
              </a:defRPr>
            </a:lvl4pPr>
            <a:lvl5pPr>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099143238"/>
      </p:ext>
    </p:extLst>
  </p:cSld>
  <p:clrMapOvr>
    <a:masterClrMapping/>
  </p:clrMapOvr>
  <p:transition spd="med"/>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Video or imagery, half, inse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28FE37E5-0FED-B2B2-3150-F02A8956CD38}"/>
              </a:ext>
            </a:extLst>
          </p:cNvPr>
          <p:cNvSpPr>
            <a:spLocks noGrp="1"/>
          </p:cNvSpPr>
          <p:nvPr>
            <p:ph type="body" sz="quarter" idx="12"/>
          </p:nvPr>
        </p:nvSpPr>
        <p:spPr>
          <a:xfrm>
            <a:off x="287962" y="1520825"/>
            <a:ext cx="2473130" cy="4576763"/>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Text Placeholder 5">
            <a:extLst>
              <a:ext uri="{FF2B5EF4-FFF2-40B4-BE49-F238E27FC236}">
                <a16:creationId xmlns:a16="http://schemas.microsoft.com/office/drawing/2014/main" id="{88F00625-4E10-D884-2256-56B294B4BA89}"/>
              </a:ext>
            </a:extLst>
          </p:cNvPr>
          <p:cNvSpPr>
            <a:spLocks noGrp="1"/>
          </p:cNvSpPr>
          <p:nvPr>
            <p:ph type="body" sz="quarter" idx="13"/>
          </p:nvPr>
        </p:nvSpPr>
        <p:spPr>
          <a:xfrm>
            <a:off x="3334904" y="1520825"/>
            <a:ext cx="2475384" cy="4576763"/>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5" name="Picture Placeholder 10" descr="Place imagery here">
            <a:extLst>
              <a:ext uri="{FF2B5EF4-FFF2-40B4-BE49-F238E27FC236}">
                <a16:creationId xmlns:a16="http://schemas.microsoft.com/office/drawing/2014/main" id="{468A48E8-BE84-7972-AB73-8E31C1C13499}"/>
              </a:ext>
            </a:extLst>
          </p:cNvPr>
          <p:cNvSpPr>
            <a:spLocks noGrp="1"/>
          </p:cNvSpPr>
          <p:nvPr>
            <p:ph type="pic" sz="quarter" idx="15" hasCustomPrompt="1"/>
          </p:nvPr>
        </p:nvSpPr>
        <p:spPr>
          <a:xfrm>
            <a:off x="6380919" y="288037"/>
            <a:ext cx="5519908" cy="6285801"/>
          </a:xfrm>
          <a:solidFill>
            <a:srgbClr val="E0E0E0"/>
          </a:solidFill>
        </p:spPr>
        <p:txBody>
          <a:bodyPr anchor="ctr"/>
          <a:lstStyle>
            <a:lvl1pPr algn="ctr">
              <a:defRPr>
                <a:solidFill>
                  <a:schemeClr val="accent5"/>
                </a:solidFill>
              </a:defRPr>
            </a:lvl1pPr>
          </a:lstStyle>
          <a:p>
            <a:r>
              <a:rPr lang="en-US"/>
              <a:t>Place imagery here</a:t>
            </a:r>
          </a:p>
        </p:txBody>
      </p:sp>
      <p:sp>
        <p:nvSpPr>
          <p:cNvPr id="3" name="Footer Placeholder 3">
            <a:extLst>
              <a:ext uri="{FF2B5EF4-FFF2-40B4-BE49-F238E27FC236}">
                <a16:creationId xmlns:a16="http://schemas.microsoft.com/office/drawing/2014/main" id="{765F8DDE-78BD-E2B6-1CAB-2A9EF14E9F71}"/>
              </a:ext>
            </a:extLst>
          </p:cNvPr>
          <p:cNvSpPr>
            <a:spLocks noGrp="1"/>
          </p:cNvSpPr>
          <p:nvPr>
            <p:ph type="ftr" sz="quarter" idx="18"/>
          </p:nvPr>
        </p:nvSpPr>
        <p:spPr>
          <a:xfrm>
            <a:off x="287963" y="6408000"/>
            <a:ext cx="2477765" cy="190500"/>
          </a:xfrm>
        </p:spPr>
        <p:txBody>
          <a:bodyPr/>
          <a:lstStyle/>
          <a:p>
            <a:endParaRPr lang="en-US"/>
          </a:p>
        </p:txBody>
      </p:sp>
    </p:spTree>
    <p:extLst>
      <p:ext uri="{BB962C8B-B14F-4D97-AF65-F5344CB8AC3E}">
        <p14:creationId xmlns:p14="http://schemas.microsoft.com/office/powerpoint/2010/main" val="142081652"/>
      </p:ext>
    </p:extLst>
  </p:cSld>
  <p:clrMapOvr>
    <a:masterClrMapping/>
  </p:clrMapOvr>
  <p:transition spd="med"/>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Video or imagery, 3/4, blee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75EDE688-75EF-DA04-F0B3-24F53FFC6BAF}"/>
              </a:ext>
            </a:extLst>
          </p:cNvPr>
          <p:cNvSpPr>
            <a:spLocks noGrp="1"/>
          </p:cNvSpPr>
          <p:nvPr>
            <p:ph type="body" sz="quarter" idx="13"/>
          </p:nvPr>
        </p:nvSpPr>
        <p:spPr>
          <a:xfrm>
            <a:off x="287963" y="1520825"/>
            <a:ext cx="2477765" cy="4576763"/>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Picture Placeholder 11" descr="Place imagery here">
            <a:extLst>
              <a:ext uri="{FF2B5EF4-FFF2-40B4-BE49-F238E27FC236}">
                <a16:creationId xmlns:a16="http://schemas.microsoft.com/office/drawing/2014/main" id="{DE390102-FDF4-C834-3F45-02B57A70ADB2}"/>
              </a:ext>
            </a:extLst>
          </p:cNvPr>
          <p:cNvSpPr>
            <a:spLocks noGrp="1"/>
          </p:cNvSpPr>
          <p:nvPr>
            <p:ph type="pic" sz="quarter" idx="14" hasCustomPrompt="1"/>
          </p:nvPr>
        </p:nvSpPr>
        <p:spPr>
          <a:xfrm>
            <a:off x="3047603" y="0"/>
            <a:ext cx="9144397" cy="6858000"/>
          </a:xfrm>
          <a:solidFill>
            <a:srgbClr val="E0E0E0"/>
          </a:solidFill>
        </p:spPr>
        <p:txBody>
          <a:bodyPr anchor="ctr"/>
          <a:lstStyle>
            <a:lvl1pPr algn="ctr">
              <a:defRPr>
                <a:solidFill>
                  <a:schemeClr val="accent5"/>
                </a:solidFill>
              </a:defRPr>
            </a:lvl1pPr>
          </a:lstStyle>
          <a:p>
            <a:r>
              <a:rPr lang="en-US"/>
              <a:t>Place imagery here</a:t>
            </a:r>
          </a:p>
        </p:txBody>
      </p:sp>
      <p:sp>
        <p:nvSpPr>
          <p:cNvPr id="5" name="Footer Placeholder 3">
            <a:extLst>
              <a:ext uri="{FF2B5EF4-FFF2-40B4-BE49-F238E27FC236}">
                <a16:creationId xmlns:a16="http://schemas.microsoft.com/office/drawing/2014/main" id="{7B09C899-A6D4-3826-EAB8-A75F78607CE3}"/>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BEB46264-65A0-272C-CC19-DCA9B586608B}"/>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708207827"/>
      </p:ext>
    </p:extLst>
  </p:cSld>
  <p:clrMapOvr>
    <a:masterClrMapping/>
  </p:clrMapOvr>
  <p:transition spd="med"/>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ideo or imagery, 3/4, inse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6" name="Text Placeholder 5">
            <a:extLst>
              <a:ext uri="{FF2B5EF4-FFF2-40B4-BE49-F238E27FC236}">
                <a16:creationId xmlns:a16="http://schemas.microsoft.com/office/drawing/2014/main" id="{28FE37E5-0FED-B2B2-3150-F02A8956CD38}"/>
              </a:ext>
            </a:extLst>
          </p:cNvPr>
          <p:cNvSpPr>
            <a:spLocks noGrp="1"/>
          </p:cNvSpPr>
          <p:nvPr>
            <p:ph type="body" sz="quarter" idx="12"/>
          </p:nvPr>
        </p:nvSpPr>
        <p:spPr>
          <a:xfrm>
            <a:off x="287963" y="1520825"/>
            <a:ext cx="2477765" cy="4576763"/>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7" name="Picture Placeholder 6" descr="Place imagery here">
            <a:extLst>
              <a:ext uri="{FF2B5EF4-FFF2-40B4-BE49-F238E27FC236}">
                <a16:creationId xmlns:a16="http://schemas.microsoft.com/office/drawing/2014/main" id="{CC70703B-65B6-4B78-8B7C-73857A06C3A8}"/>
              </a:ext>
            </a:extLst>
          </p:cNvPr>
          <p:cNvSpPr>
            <a:spLocks noGrp="1"/>
          </p:cNvSpPr>
          <p:nvPr>
            <p:ph type="pic" sz="quarter" idx="14" hasCustomPrompt="1"/>
          </p:nvPr>
        </p:nvSpPr>
        <p:spPr>
          <a:xfrm>
            <a:off x="3333316" y="285750"/>
            <a:ext cx="8567416" cy="6289675"/>
          </a:xfrm>
          <a:solidFill>
            <a:srgbClr val="E0E0E0"/>
          </a:solidFill>
        </p:spPr>
        <p:txBody>
          <a:bodyPr anchor="ctr"/>
          <a:lstStyle>
            <a:lvl1pPr algn="ctr">
              <a:defRPr>
                <a:solidFill>
                  <a:schemeClr val="accent5"/>
                </a:solidFill>
              </a:defRPr>
            </a:lvl1pPr>
          </a:lstStyle>
          <a:p>
            <a:r>
              <a:rPr lang="en-US"/>
              <a:t>Place imagery here</a:t>
            </a:r>
          </a:p>
        </p:txBody>
      </p:sp>
      <p:sp>
        <p:nvSpPr>
          <p:cNvPr id="3" name="Footer Placeholder 3">
            <a:extLst>
              <a:ext uri="{FF2B5EF4-FFF2-40B4-BE49-F238E27FC236}">
                <a16:creationId xmlns:a16="http://schemas.microsoft.com/office/drawing/2014/main" id="{547D5110-D587-CC11-18F6-FEB7AA2D7851}"/>
              </a:ext>
            </a:extLst>
          </p:cNvPr>
          <p:cNvSpPr>
            <a:spLocks noGrp="1"/>
          </p:cNvSpPr>
          <p:nvPr>
            <p:ph type="ftr" sz="quarter" idx="18"/>
          </p:nvPr>
        </p:nvSpPr>
        <p:spPr>
          <a:xfrm>
            <a:off x="287963" y="6408000"/>
            <a:ext cx="2477765" cy="190500"/>
          </a:xfrm>
        </p:spPr>
        <p:txBody>
          <a:bodyPr/>
          <a:lstStyle/>
          <a:p>
            <a:endParaRPr lang="en-US"/>
          </a:p>
        </p:txBody>
      </p:sp>
    </p:spTree>
    <p:extLst>
      <p:ext uri="{BB962C8B-B14F-4D97-AF65-F5344CB8AC3E}">
        <p14:creationId xmlns:p14="http://schemas.microsoft.com/office/powerpoint/2010/main" val="2707857304"/>
      </p:ext>
    </p:extLst>
  </p:cSld>
  <p:clrMapOvr>
    <a:masterClrMapping/>
  </p:clrMapOvr>
  <p:transition spd="med"/>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ideo or imagery, bleed">
    <p:bg>
      <p:bgPr>
        <a:solidFill>
          <a:schemeClr val="bg1"/>
        </a:solidFill>
        <a:effectLst/>
      </p:bgPr>
    </p:bg>
    <p:spTree>
      <p:nvGrpSpPr>
        <p:cNvPr id="1" name=""/>
        <p:cNvGrpSpPr/>
        <p:nvPr/>
      </p:nvGrpSpPr>
      <p:grpSpPr>
        <a:xfrm>
          <a:off x="0" y="0"/>
          <a:ext cx="0" cy="0"/>
          <a:chOff x="0" y="0"/>
          <a:chExt cx="0" cy="0"/>
        </a:xfrm>
      </p:grpSpPr>
      <p:sp>
        <p:nvSpPr>
          <p:cNvPr id="4" name="Picture Placeholder 3" descr="Place imagery here">
            <a:extLst>
              <a:ext uri="{FF2B5EF4-FFF2-40B4-BE49-F238E27FC236}">
                <a16:creationId xmlns:a16="http://schemas.microsoft.com/office/drawing/2014/main" id="{F6679120-DB81-97FD-CD5A-00DC1F5E6658}"/>
              </a:ext>
            </a:extLst>
          </p:cNvPr>
          <p:cNvSpPr>
            <a:spLocks noGrp="1"/>
          </p:cNvSpPr>
          <p:nvPr>
            <p:ph type="pic" sz="quarter" idx="11" hasCustomPrompt="1"/>
          </p:nvPr>
        </p:nvSpPr>
        <p:spPr>
          <a:xfrm>
            <a:off x="0" y="0"/>
            <a:ext cx="12192000" cy="6858000"/>
          </a:xfrm>
          <a:solidFill>
            <a:srgbClr val="E0E0E0"/>
          </a:solidFill>
        </p:spPr>
        <p:txBody>
          <a:bodyPr anchor="ctr"/>
          <a:lstStyle>
            <a:lvl1pPr algn="ctr">
              <a:defRPr>
                <a:solidFill>
                  <a:schemeClr val="accent5"/>
                </a:solidFill>
              </a:defRPr>
            </a:lvl1pPr>
          </a:lstStyle>
          <a:p>
            <a:r>
              <a:rPr lang="en-US"/>
              <a:t>Place imagery here</a:t>
            </a:r>
          </a:p>
        </p:txBody>
      </p:sp>
      <p:sp>
        <p:nvSpPr>
          <p:cNvPr id="2" name="Slide Number">
            <a:extLst>
              <a:ext uri="{FF2B5EF4-FFF2-40B4-BE49-F238E27FC236}">
                <a16:creationId xmlns:a16="http://schemas.microsoft.com/office/drawing/2014/main" id="{8A69D316-0792-83BD-3912-71CDE3BB681F}"/>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87020925"/>
      </p:ext>
    </p:extLst>
  </p:cSld>
  <p:clrMapOvr>
    <a:masterClrMapping/>
  </p:clrMapOvr>
  <p:transition spd="med"/>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Video or imagery, inset">
    <p:bg>
      <p:bgPr>
        <a:solidFill>
          <a:schemeClr val="bg1"/>
        </a:solidFill>
        <a:effectLst/>
      </p:bgPr>
    </p:bg>
    <p:spTree>
      <p:nvGrpSpPr>
        <p:cNvPr id="1" name=""/>
        <p:cNvGrpSpPr/>
        <p:nvPr/>
      </p:nvGrpSpPr>
      <p:grpSpPr>
        <a:xfrm>
          <a:off x="0" y="0"/>
          <a:ext cx="0" cy="0"/>
          <a:chOff x="0" y="0"/>
          <a:chExt cx="0" cy="0"/>
        </a:xfrm>
      </p:grpSpPr>
      <p:sp>
        <p:nvSpPr>
          <p:cNvPr id="4" name="Picture Placeholder 3" descr="Place imagery here">
            <a:extLst>
              <a:ext uri="{FF2B5EF4-FFF2-40B4-BE49-F238E27FC236}">
                <a16:creationId xmlns:a16="http://schemas.microsoft.com/office/drawing/2014/main" id="{34239CCE-9A38-90E1-F860-FF40FBDA2409}"/>
              </a:ext>
            </a:extLst>
          </p:cNvPr>
          <p:cNvSpPr>
            <a:spLocks noGrp="1"/>
          </p:cNvSpPr>
          <p:nvPr>
            <p:ph type="pic" sz="quarter" idx="11" hasCustomPrompt="1"/>
          </p:nvPr>
        </p:nvSpPr>
        <p:spPr>
          <a:xfrm>
            <a:off x="288887" y="285750"/>
            <a:ext cx="11611845" cy="6289675"/>
          </a:xfrm>
          <a:solidFill>
            <a:srgbClr val="E0E0E0"/>
          </a:solidFill>
        </p:spPr>
        <p:txBody>
          <a:bodyPr anchor="ctr"/>
          <a:lstStyle>
            <a:lvl1pPr algn="ctr">
              <a:defRPr>
                <a:solidFill>
                  <a:schemeClr val="accent5"/>
                </a:solidFill>
              </a:defRPr>
            </a:lvl1pPr>
          </a:lstStyle>
          <a:p>
            <a:r>
              <a:rPr lang="en-US"/>
              <a:t>Place imagery here</a:t>
            </a:r>
          </a:p>
        </p:txBody>
      </p:sp>
    </p:spTree>
    <p:extLst>
      <p:ext uri="{BB962C8B-B14F-4D97-AF65-F5344CB8AC3E}">
        <p14:creationId xmlns:p14="http://schemas.microsoft.com/office/powerpoint/2010/main" val="968593408"/>
      </p:ext>
    </p:extLst>
  </p:cSld>
  <p:clrMapOvr>
    <a:masterClrMapping/>
  </p:clrMapOvr>
  <p:transition spd="med"/>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acts, profiles, contributors">
    <p:bg>
      <p:bgPr>
        <a:solidFill>
          <a:schemeClr val="bg1"/>
        </a:solidFill>
        <a:effectLst/>
      </p:bgPr>
    </p:bg>
    <p:spTree>
      <p:nvGrpSpPr>
        <p:cNvPr id="1" name=""/>
        <p:cNvGrpSpPr/>
        <p:nvPr/>
      </p:nvGrpSpPr>
      <p:grpSpPr>
        <a:xfrm>
          <a:off x="0" y="0"/>
          <a:ext cx="0" cy="0"/>
          <a:chOff x="0" y="0"/>
          <a:chExt cx="0" cy="0"/>
        </a:xfrm>
      </p:grpSpPr>
      <p:sp>
        <p:nvSpPr>
          <p:cNvPr id="7" name="Picture Placeholder 7" descr="Place bio portrait here">
            <a:extLst>
              <a:ext uri="{FF2B5EF4-FFF2-40B4-BE49-F238E27FC236}">
                <a16:creationId xmlns:a16="http://schemas.microsoft.com/office/drawing/2014/main" id="{0B1677E6-5066-100D-29D6-CCAD04C21BCE}"/>
              </a:ext>
            </a:extLst>
          </p:cNvPr>
          <p:cNvSpPr>
            <a:spLocks noGrp="1"/>
          </p:cNvSpPr>
          <p:nvPr>
            <p:ph type="pic" sz="quarter" idx="28" hasCustomPrompt="1"/>
          </p:nvPr>
        </p:nvSpPr>
        <p:spPr>
          <a:xfrm>
            <a:off x="287962" y="1522412"/>
            <a:ext cx="1231041" cy="1238250"/>
          </a:xfrm>
          <a:solidFill>
            <a:srgbClr val="E0E0E0"/>
          </a:solidFill>
        </p:spPr>
        <p:txBody>
          <a:bodyPr anchor="ctr"/>
          <a:lstStyle>
            <a:lvl1pPr algn="ctr">
              <a:defRPr>
                <a:solidFill>
                  <a:schemeClr val="accent5"/>
                </a:solidFill>
              </a:defRPr>
            </a:lvl1pPr>
          </a:lstStyle>
          <a:p>
            <a:r>
              <a:rPr lang="en-US"/>
              <a:t>Place imagery here</a:t>
            </a:r>
          </a:p>
        </p:txBody>
      </p:sp>
      <p:sp>
        <p:nvSpPr>
          <p:cNvPr id="13" name="Picture Placeholder 7" descr="Place bio portrait here">
            <a:extLst>
              <a:ext uri="{FF2B5EF4-FFF2-40B4-BE49-F238E27FC236}">
                <a16:creationId xmlns:a16="http://schemas.microsoft.com/office/drawing/2014/main" id="{3DCE12BA-53E1-8B67-A029-029F1E6F9163}"/>
              </a:ext>
            </a:extLst>
          </p:cNvPr>
          <p:cNvSpPr>
            <a:spLocks noGrp="1"/>
          </p:cNvSpPr>
          <p:nvPr>
            <p:ph type="pic" sz="quarter" idx="30" hasCustomPrompt="1"/>
          </p:nvPr>
        </p:nvSpPr>
        <p:spPr>
          <a:xfrm>
            <a:off x="287962" y="3048000"/>
            <a:ext cx="1231041"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15" name="Picture Placeholder 7" descr="Place bio portrait here">
            <a:extLst>
              <a:ext uri="{FF2B5EF4-FFF2-40B4-BE49-F238E27FC236}">
                <a16:creationId xmlns:a16="http://schemas.microsoft.com/office/drawing/2014/main" id="{05E149CA-A25F-74EE-93DF-1A877CDE924F}"/>
              </a:ext>
            </a:extLst>
          </p:cNvPr>
          <p:cNvSpPr>
            <a:spLocks noGrp="1"/>
          </p:cNvSpPr>
          <p:nvPr>
            <p:ph type="pic" sz="quarter" idx="32" hasCustomPrompt="1"/>
          </p:nvPr>
        </p:nvSpPr>
        <p:spPr>
          <a:xfrm>
            <a:off x="287962" y="4570413"/>
            <a:ext cx="1231041"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5" name="Picture Placeholder 7" descr="Place bio portrait here">
            <a:extLst>
              <a:ext uri="{FF2B5EF4-FFF2-40B4-BE49-F238E27FC236}">
                <a16:creationId xmlns:a16="http://schemas.microsoft.com/office/drawing/2014/main" id="{AAC7C1AD-0F8C-4D02-0112-981444AFE98D}"/>
              </a:ext>
            </a:extLst>
          </p:cNvPr>
          <p:cNvSpPr>
            <a:spLocks noGrp="1"/>
          </p:cNvSpPr>
          <p:nvPr>
            <p:ph type="pic" sz="quarter" idx="34" hasCustomPrompt="1"/>
          </p:nvPr>
        </p:nvSpPr>
        <p:spPr>
          <a:xfrm>
            <a:off x="6389168" y="1522412"/>
            <a:ext cx="1229708"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7" name="Picture Placeholder 7" descr="Place bio portrait here">
            <a:extLst>
              <a:ext uri="{FF2B5EF4-FFF2-40B4-BE49-F238E27FC236}">
                <a16:creationId xmlns:a16="http://schemas.microsoft.com/office/drawing/2014/main" id="{22271FFB-E2D1-459B-4089-A291A1110AE8}"/>
              </a:ext>
            </a:extLst>
          </p:cNvPr>
          <p:cNvSpPr>
            <a:spLocks noGrp="1"/>
          </p:cNvSpPr>
          <p:nvPr>
            <p:ph type="pic" sz="quarter" idx="36" hasCustomPrompt="1"/>
          </p:nvPr>
        </p:nvSpPr>
        <p:spPr>
          <a:xfrm>
            <a:off x="6389168" y="3048000"/>
            <a:ext cx="1229708"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9" name="Picture Placeholder 7" descr="Place bio portrait here">
            <a:extLst>
              <a:ext uri="{FF2B5EF4-FFF2-40B4-BE49-F238E27FC236}">
                <a16:creationId xmlns:a16="http://schemas.microsoft.com/office/drawing/2014/main" id="{F3C99020-5BF1-8A8C-BDCB-42766A5B9BE5}"/>
              </a:ext>
            </a:extLst>
          </p:cNvPr>
          <p:cNvSpPr>
            <a:spLocks noGrp="1"/>
          </p:cNvSpPr>
          <p:nvPr>
            <p:ph type="pic" sz="quarter" idx="38" hasCustomPrompt="1"/>
          </p:nvPr>
        </p:nvSpPr>
        <p:spPr>
          <a:xfrm>
            <a:off x="6389168" y="4570413"/>
            <a:ext cx="1229708" cy="1238250"/>
          </a:xfrm>
          <a:solidFill>
            <a:srgbClr val="E0E0E0"/>
          </a:solidFill>
        </p:spPr>
        <p:txBody>
          <a:bodyPr anchor="ctr"/>
          <a:lstStyle>
            <a:lvl1pPr marL="0" marR="0" indent="0" algn="ctr" defTabSz="1218956" rtl="0" eaLnBrk="1" fontAlgn="auto" latinLnBrk="0" hangingPunct="1">
              <a:lnSpc>
                <a:spcPct val="110000"/>
              </a:lnSpc>
              <a:spcBef>
                <a:spcPts val="0"/>
              </a:spcBef>
              <a:spcAft>
                <a:spcPts val="0"/>
              </a:spcAft>
              <a:buClrTx/>
              <a:buSzTx/>
              <a:buFontTx/>
              <a:buNone/>
              <a:tabLst/>
              <a:defRPr>
                <a:solidFill>
                  <a:schemeClr val="accent5"/>
                </a:solidFill>
              </a:defRPr>
            </a:lvl1pPr>
          </a:lstStyle>
          <a:p>
            <a:pPr marL="0" marR="0" lvl="0" indent="0" algn="ctr" defTabSz="1218956" rtl="0" eaLnBrk="1" fontAlgn="auto" latinLnBrk="0" hangingPunct="1">
              <a:lnSpc>
                <a:spcPct val="110000"/>
              </a:lnSpc>
              <a:spcBef>
                <a:spcPts val="0"/>
              </a:spcBef>
              <a:spcAft>
                <a:spcPts val="0"/>
              </a:spcAft>
              <a:buClrTx/>
              <a:buSzTx/>
              <a:buFontTx/>
              <a:buNone/>
              <a:tabLst/>
              <a:defRPr/>
            </a:pPr>
            <a:r>
              <a:rPr lang="en-US"/>
              <a:t>Place imagery here</a:t>
            </a:r>
          </a:p>
        </p:txBody>
      </p:sp>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2794"/>
          </a:xfrm>
        </p:spPr>
        <p:txBody>
          <a:bodyPr/>
          <a:lstStyle>
            <a:lvl1pPr>
              <a:lnSpc>
                <a:spcPct val="110000"/>
              </a:lnSpc>
              <a:defRPr sz="1400">
                <a:solidFill>
                  <a:schemeClr val="tx2"/>
                </a:solidFill>
              </a:defRPr>
            </a:lvl1pPr>
          </a:lstStyle>
          <a:p>
            <a:r>
              <a:rPr lang="en-US"/>
              <a:t>Click to edit Master title style</a:t>
            </a:r>
          </a:p>
        </p:txBody>
      </p:sp>
      <p:sp>
        <p:nvSpPr>
          <p:cNvPr id="18" name="Text Placeholder 9">
            <a:extLst>
              <a:ext uri="{FF2B5EF4-FFF2-40B4-BE49-F238E27FC236}">
                <a16:creationId xmlns:a16="http://schemas.microsoft.com/office/drawing/2014/main" id="{31D025A0-5106-DFB0-90B1-8B366B78913F}"/>
              </a:ext>
            </a:extLst>
          </p:cNvPr>
          <p:cNvSpPr>
            <a:spLocks noGrp="1"/>
          </p:cNvSpPr>
          <p:nvPr>
            <p:ph type="body" sz="quarter" idx="21"/>
          </p:nvPr>
        </p:nvSpPr>
        <p:spPr>
          <a:xfrm>
            <a:off x="1714277" y="1522412"/>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Text Placeholder 9">
            <a:extLst>
              <a:ext uri="{FF2B5EF4-FFF2-40B4-BE49-F238E27FC236}">
                <a16:creationId xmlns:a16="http://schemas.microsoft.com/office/drawing/2014/main" id="{126F49A0-96BE-0B44-B1C8-17D765B10B3E}"/>
              </a:ext>
            </a:extLst>
          </p:cNvPr>
          <p:cNvSpPr>
            <a:spLocks noGrp="1"/>
          </p:cNvSpPr>
          <p:nvPr>
            <p:ph type="body" sz="quarter" idx="12"/>
          </p:nvPr>
        </p:nvSpPr>
        <p:spPr>
          <a:xfrm>
            <a:off x="1714277" y="3048000"/>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Text Placeholder 9">
            <a:extLst>
              <a:ext uri="{FF2B5EF4-FFF2-40B4-BE49-F238E27FC236}">
                <a16:creationId xmlns:a16="http://schemas.microsoft.com/office/drawing/2014/main" id="{D4772377-8015-4C99-7ED3-E4475C524D2A}"/>
              </a:ext>
            </a:extLst>
          </p:cNvPr>
          <p:cNvSpPr>
            <a:spLocks noGrp="1"/>
          </p:cNvSpPr>
          <p:nvPr>
            <p:ph type="body" sz="quarter" idx="14"/>
          </p:nvPr>
        </p:nvSpPr>
        <p:spPr>
          <a:xfrm>
            <a:off x="1714277" y="4570413"/>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4" name="Text Placeholder 9">
            <a:extLst>
              <a:ext uri="{FF2B5EF4-FFF2-40B4-BE49-F238E27FC236}">
                <a16:creationId xmlns:a16="http://schemas.microsoft.com/office/drawing/2014/main" id="{3E3566C7-C728-77B2-2A34-BBB83D482F56}"/>
              </a:ext>
            </a:extLst>
          </p:cNvPr>
          <p:cNvSpPr>
            <a:spLocks noGrp="1"/>
          </p:cNvSpPr>
          <p:nvPr>
            <p:ph type="body" sz="quarter" idx="27"/>
          </p:nvPr>
        </p:nvSpPr>
        <p:spPr>
          <a:xfrm>
            <a:off x="7807896" y="1522412"/>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Text Placeholder 9">
            <a:extLst>
              <a:ext uri="{FF2B5EF4-FFF2-40B4-BE49-F238E27FC236}">
                <a16:creationId xmlns:a16="http://schemas.microsoft.com/office/drawing/2014/main" id="{A52D1EA1-405F-7875-BAB9-B258776E1460}"/>
              </a:ext>
            </a:extLst>
          </p:cNvPr>
          <p:cNvSpPr>
            <a:spLocks noGrp="1"/>
          </p:cNvSpPr>
          <p:nvPr>
            <p:ph type="body" sz="quarter" idx="23"/>
          </p:nvPr>
        </p:nvSpPr>
        <p:spPr>
          <a:xfrm>
            <a:off x="7807896" y="3048000"/>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2" name="Text Placeholder 9">
            <a:extLst>
              <a:ext uri="{FF2B5EF4-FFF2-40B4-BE49-F238E27FC236}">
                <a16:creationId xmlns:a16="http://schemas.microsoft.com/office/drawing/2014/main" id="{73849969-24A3-113A-C58E-4A4B0FB29BAD}"/>
              </a:ext>
            </a:extLst>
          </p:cNvPr>
          <p:cNvSpPr>
            <a:spLocks noGrp="1"/>
          </p:cNvSpPr>
          <p:nvPr>
            <p:ph type="body" sz="quarter" idx="25"/>
          </p:nvPr>
        </p:nvSpPr>
        <p:spPr>
          <a:xfrm>
            <a:off x="7807896" y="4570413"/>
            <a:ext cx="2853953" cy="1238250"/>
          </a:xfrm>
        </p:spPr>
        <p:txBody>
          <a:bodyPr/>
          <a:lstStyle>
            <a:lvl1pPr>
              <a:lnSpc>
                <a:spcPct val="110000"/>
              </a:lnSpc>
              <a:spcBef>
                <a:spcPts val="0"/>
              </a:spcBef>
              <a:defRPr sz="1400">
                <a:solidFill>
                  <a:schemeClr val="tx1"/>
                </a:solidFill>
              </a:defRPr>
            </a:lvl1pPr>
            <a:lvl2pPr marL="127990" indent="-127990">
              <a:lnSpc>
                <a:spcPct val="110000"/>
              </a:lnSpc>
              <a:spcBef>
                <a:spcPts val="0"/>
              </a:spcBef>
              <a:defRPr sz="1400">
                <a:solidFill>
                  <a:schemeClr val="tx1"/>
                </a:solidFill>
              </a:defRPr>
            </a:lvl2pPr>
            <a:lvl3pPr marL="255981" indent="-127990">
              <a:lnSpc>
                <a:spcPct val="110000"/>
              </a:lnSpc>
              <a:spcBef>
                <a:spcPts val="0"/>
              </a:spcBef>
              <a:defRPr sz="1400">
                <a:solidFill>
                  <a:schemeClr val="tx1"/>
                </a:solidFill>
              </a:defRPr>
            </a:lvl3pPr>
            <a:lvl4pPr marL="383971" indent="-127990">
              <a:lnSpc>
                <a:spcPct val="110000"/>
              </a:lnSpc>
              <a:spcBef>
                <a:spcPts val="0"/>
              </a:spcBef>
              <a:defRPr sz="1400">
                <a:solidFill>
                  <a:schemeClr val="tx1"/>
                </a:solidFill>
              </a:defRPr>
            </a:lvl4pPr>
            <a:lvl5pPr>
              <a:lnSpc>
                <a:spcPct val="110000"/>
              </a:lnSpc>
              <a:spcBef>
                <a:spcPts val="0"/>
              </a:spcBef>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3">
            <a:extLst>
              <a:ext uri="{FF2B5EF4-FFF2-40B4-BE49-F238E27FC236}">
                <a16:creationId xmlns:a16="http://schemas.microsoft.com/office/drawing/2014/main" id="{7D4D4C25-96EE-FF6D-B301-962CD7A63666}"/>
              </a:ext>
            </a:extLst>
          </p:cNvPr>
          <p:cNvSpPr>
            <a:spLocks noGrp="1"/>
          </p:cNvSpPr>
          <p:nvPr>
            <p:ph type="ftr" sz="quarter" idx="18"/>
          </p:nvPr>
        </p:nvSpPr>
        <p:spPr>
          <a:xfrm>
            <a:off x="287963" y="6408000"/>
            <a:ext cx="2477765" cy="190500"/>
          </a:xfrm>
        </p:spPr>
        <p:txBody>
          <a:bodyPr/>
          <a:lstStyle/>
          <a:p>
            <a:endParaRPr lang="en-US"/>
          </a:p>
        </p:txBody>
      </p:sp>
      <p:sp>
        <p:nvSpPr>
          <p:cNvPr id="6" name="Slide Number">
            <a:extLst>
              <a:ext uri="{FF2B5EF4-FFF2-40B4-BE49-F238E27FC236}">
                <a16:creationId xmlns:a16="http://schemas.microsoft.com/office/drawing/2014/main" id="{DA0E5B0D-36A0-4281-7D57-C2CC4453113C}"/>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124375833"/>
      </p:ext>
    </p:extLst>
  </p:cSld>
  <p:clrMapOvr>
    <a:masterClrMapping/>
  </p:clrMapOvr>
  <p:transition spd="med"/>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7"/>
            <a:ext cx="2474590" cy="1997964"/>
          </a:xfrm>
        </p:spPr>
        <p:txBody>
          <a:bodyPr/>
          <a:lstStyle>
            <a:lvl1pPr>
              <a:lnSpc>
                <a:spcPct val="110000"/>
              </a:lnSpc>
              <a:defRPr sz="1400">
                <a:solidFill>
                  <a:schemeClr val="tx2"/>
                </a:solidFill>
              </a:defRPr>
            </a:lvl1pPr>
          </a:lstStyle>
          <a:p>
            <a:r>
              <a:rPr lang="en-US"/>
              <a:t>Click to edit Master title style</a:t>
            </a:r>
          </a:p>
        </p:txBody>
      </p:sp>
      <p:sp>
        <p:nvSpPr>
          <p:cNvPr id="5" name="Table Placeholder 4">
            <a:extLst>
              <a:ext uri="{FF2B5EF4-FFF2-40B4-BE49-F238E27FC236}">
                <a16:creationId xmlns:a16="http://schemas.microsoft.com/office/drawing/2014/main" id="{B3D8D357-75A1-F4FD-F531-380CF7DE4340}"/>
              </a:ext>
            </a:extLst>
          </p:cNvPr>
          <p:cNvSpPr>
            <a:spLocks noGrp="1"/>
          </p:cNvSpPr>
          <p:nvPr>
            <p:ph type="tbl" sz="quarter" idx="11"/>
          </p:nvPr>
        </p:nvSpPr>
        <p:spPr>
          <a:xfrm>
            <a:off x="3333316" y="288000"/>
            <a:ext cx="8571384" cy="5811838"/>
          </a:xfrm>
        </p:spPr>
        <p:txBody>
          <a:bodyPr anchor="ctr"/>
          <a:lstStyle>
            <a:lvl1pPr algn="ctr">
              <a:defRPr>
                <a:solidFill>
                  <a:schemeClr val="tx1"/>
                </a:solidFill>
              </a:defRPr>
            </a:lvl1pPr>
          </a:lstStyle>
          <a:p>
            <a:r>
              <a:rPr lang="en-US"/>
              <a:t>Click icon to add table</a:t>
            </a:r>
          </a:p>
        </p:txBody>
      </p:sp>
      <p:sp>
        <p:nvSpPr>
          <p:cNvPr id="3" name="Footer Placeholder 3">
            <a:extLst>
              <a:ext uri="{FF2B5EF4-FFF2-40B4-BE49-F238E27FC236}">
                <a16:creationId xmlns:a16="http://schemas.microsoft.com/office/drawing/2014/main" id="{3694FFFD-5196-625E-C3FC-9AB6BB13FC34}"/>
              </a:ext>
            </a:extLst>
          </p:cNvPr>
          <p:cNvSpPr>
            <a:spLocks noGrp="1"/>
          </p:cNvSpPr>
          <p:nvPr>
            <p:ph type="ftr" sz="quarter" idx="18"/>
          </p:nvPr>
        </p:nvSpPr>
        <p:spPr>
          <a:xfrm>
            <a:off x="287963" y="6408000"/>
            <a:ext cx="2477765" cy="190500"/>
          </a:xfrm>
        </p:spPr>
        <p:txBody>
          <a:bodyPr/>
          <a:lstStyle/>
          <a:p>
            <a:endParaRPr lang="en-US"/>
          </a:p>
        </p:txBody>
      </p:sp>
      <p:sp>
        <p:nvSpPr>
          <p:cNvPr id="7" name="Slide Number">
            <a:extLst>
              <a:ext uri="{FF2B5EF4-FFF2-40B4-BE49-F238E27FC236}">
                <a16:creationId xmlns:a16="http://schemas.microsoft.com/office/drawing/2014/main" id="{DD2D25A8-2AEC-F554-8D58-47C112486D41}"/>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93340524"/>
      </p:ext>
    </p:extLst>
  </p:cSld>
  <p:clrMapOvr>
    <a:masterClrMapping/>
  </p:clrMapOvr>
  <p:transition spd="med"/>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har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763525"/>
          </a:xfrm>
        </p:spPr>
        <p:txBody>
          <a:bodyPr/>
          <a:lstStyle>
            <a:lvl1pPr>
              <a:lnSpc>
                <a:spcPct val="110000"/>
              </a:lnSpc>
              <a:defRPr sz="1400">
                <a:solidFill>
                  <a:schemeClr val="tx2"/>
                </a:solidFill>
              </a:defRPr>
            </a:lvl1pPr>
          </a:lstStyle>
          <a:p>
            <a:r>
              <a:rPr lang="en-US"/>
              <a:t>Click to edit Master title style</a:t>
            </a:r>
          </a:p>
        </p:txBody>
      </p:sp>
      <p:sp>
        <p:nvSpPr>
          <p:cNvPr id="3" name="Slide Number">
            <a:extLst>
              <a:ext uri="{FF2B5EF4-FFF2-40B4-BE49-F238E27FC236}">
                <a16:creationId xmlns:a16="http://schemas.microsoft.com/office/drawing/2014/main" id="{B0435695-E156-66C6-5CE4-B0F751F125D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10" name="Text Placeholder 9">
            <a:extLst>
              <a:ext uri="{FF2B5EF4-FFF2-40B4-BE49-F238E27FC236}">
                <a16:creationId xmlns:a16="http://schemas.microsoft.com/office/drawing/2014/main" id="{BDFFC916-9B64-A7DC-672D-A4AFA1AE968C}"/>
              </a:ext>
            </a:extLst>
          </p:cNvPr>
          <p:cNvSpPr>
            <a:spLocks noGrp="1"/>
          </p:cNvSpPr>
          <p:nvPr>
            <p:ph type="body" sz="quarter" idx="13" hasCustomPrompt="1"/>
          </p:nvPr>
        </p:nvSpPr>
        <p:spPr>
          <a:xfrm>
            <a:off x="3333316" y="6391244"/>
            <a:ext cx="2761890" cy="212725"/>
          </a:xfrm>
        </p:spPr>
        <p:txBody>
          <a:bodyPr anchor="b" anchorCtr="0"/>
          <a:lstStyle>
            <a:lvl1pPr>
              <a:defRPr sz="800">
                <a:latin typeface="IBM Plex Sans" panose="020B0503050203000203" pitchFamily="34" charset="0"/>
              </a:defRPr>
            </a:lvl1pPr>
            <a:lvl2pPr>
              <a:defRPr sz="800"/>
            </a:lvl2pPr>
            <a:lvl3pPr>
              <a:defRPr sz="800"/>
            </a:lvl3pPr>
            <a:lvl4pPr>
              <a:defRPr sz="800"/>
            </a:lvl4pPr>
            <a:lvl5pPr>
              <a:defRPr sz="800"/>
            </a:lvl5pPr>
          </a:lstStyle>
          <a:p>
            <a:pPr lvl="0"/>
            <a:r>
              <a:rPr lang="en-US"/>
              <a:t>Source</a:t>
            </a:r>
          </a:p>
        </p:txBody>
      </p:sp>
      <p:sp>
        <p:nvSpPr>
          <p:cNvPr id="13" name="Text Placeholder 12">
            <a:extLst>
              <a:ext uri="{FF2B5EF4-FFF2-40B4-BE49-F238E27FC236}">
                <a16:creationId xmlns:a16="http://schemas.microsoft.com/office/drawing/2014/main" id="{81A85749-B0F2-6B16-9E7E-1C979593E9E7}"/>
              </a:ext>
            </a:extLst>
          </p:cNvPr>
          <p:cNvSpPr>
            <a:spLocks noGrp="1"/>
          </p:cNvSpPr>
          <p:nvPr>
            <p:ph type="body" sz="quarter" idx="14" hasCustomPrompt="1"/>
          </p:nvPr>
        </p:nvSpPr>
        <p:spPr>
          <a:xfrm>
            <a:off x="287963" y="1522413"/>
            <a:ext cx="2471416" cy="4575175"/>
          </a:xfrm>
        </p:spPr>
        <p:txBody>
          <a:bodyPr/>
          <a:lstStyle>
            <a:lvl1pPr>
              <a:defRPr sz="1400">
                <a:latin typeface="+mj-lt"/>
              </a:defRPr>
            </a:lvl1pPr>
            <a:lvl2pPr>
              <a:defRPr sz="1400">
                <a:latin typeface="+mj-lt"/>
              </a:defRPr>
            </a:lvl2pPr>
            <a:lvl3pPr>
              <a:defRPr sz="1400">
                <a:latin typeface="+mj-lt"/>
              </a:defRPr>
            </a:lvl3pPr>
            <a:lvl4pPr>
              <a:defRPr sz="1400">
                <a:latin typeface="+mj-lt"/>
              </a:defRPr>
            </a:lvl4pPr>
            <a:lvl5pPr>
              <a:defRPr sz="1400">
                <a:latin typeface="+mj-lt"/>
              </a:defRPr>
            </a:lvl5pPr>
          </a:lstStyle>
          <a:p>
            <a:pPr>
              <a:lnSpc>
                <a:spcPct val="110000"/>
              </a:lnSpc>
            </a:pPr>
            <a:r>
              <a:rPr lang="en-US" sz="1400">
                <a:latin typeface="IBM Plex Sans Light" panose="020B0403050203000203" pitchFamily="34" charset="0"/>
              </a:rPr>
              <a:t>Lorem ipsum dolor sit </a:t>
            </a:r>
            <a:r>
              <a:rPr lang="en-US" sz="1400" err="1">
                <a:latin typeface="IBM Plex Sans Light" panose="020B0403050203000203" pitchFamily="34" charset="0"/>
              </a:rPr>
              <a:t>amet</a:t>
            </a:r>
            <a:r>
              <a:rPr lang="en-US" sz="1400">
                <a:latin typeface="IBM Plex Sans Light" panose="020B0403050203000203" pitchFamily="34" charset="0"/>
              </a:rPr>
              <a:t> </a:t>
            </a:r>
            <a:r>
              <a:rPr lang="en-US" sz="1400" err="1">
                <a:latin typeface="IBM Plex Sans Light" panose="020B0403050203000203" pitchFamily="34" charset="0"/>
              </a:rPr>
              <a:t>donec</a:t>
            </a:r>
            <a:r>
              <a:rPr lang="en-US" sz="1400">
                <a:latin typeface="IBM Plex Sans Light" panose="020B0403050203000203" pitchFamily="34" charset="0"/>
              </a:rPr>
              <a:t> </a:t>
            </a:r>
            <a:r>
              <a:rPr lang="en-US" sz="1400" err="1">
                <a:latin typeface="IBM Plex Sans Light" panose="020B0403050203000203" pitchFamily="34" charset="0"/>
              </a:rPr>
              <a:t>quam</a:t>
            </a:r>
            <a:r>
              <a:rPr lang="en-US" sz="1400">
                <a:latin typeface="IBM Plex Sans Light" panose="020B0403050203000203" pitchFamily="34" charset="0"/>
              </a:rPr>
              <a:t> </a:t>
            </a:r>
            <a:r>
              <a:rPr lang="en-US" sz="1400" err="1">
                <a:latin typeface="IBM Plex Sans Light" panose="020B0403050203000203" pitchFamily="34" charset="0"/>
              </a:rPr>
              <a:t>felis</a:t>
            </a:r>
            <a:r>
              <a:rPr lang="en-US" sz="1400">
                <a:latin typeface="IBM Plex Sans Light" panose="020B0403050203000203" pitchFamily="34" charset="0"/>
              </a:rPr>
              <a:t> </a:t>
            </a:r>
            <a:r>
              <a:rPr lang="en-US" sz="1400" err="1">
                <a:latin typeface="IBM Plex Sans Light" panose="020B0403050203000203" pitchFamily="34" charset="0"/>
              </a:rPr>
              <a:t>ultricies</a:t>
            </a:r>
            <a:r>
              <a:rPr lang="en-US" sz="1400">
                <a:latin typeface="IBM Plex Sans Light" panose="020B0403050203000203" pitchFamily="34" charset="0"/>
              </a:rPr>
              <a:t> </a:t>
            </a:r>
            <a:r>
              <a:rPr lang="en-US" sz="1400" err="1">
                <a:latin typeface="IBM Plex Sans Light" panose="020B0403050203000203" pitchFamily="34" charset="0"/>
              </a:rPr>
              <a:t>nec</a:t>
            </a:r>
            <a:r>
              <a:rPr lang="en-US" sz="1400">
                <a:latin typeface="IBM Plex Sans Light" panose="020B0403050203000203" pitchFamily="34" charset="0"/>
              </a:rPr>
              <a:t> </a:t>
            </a:r>
            <a:r>
              <a:rPr lang="en-US" sz="1400" err="1">
                <a:latin typeface="IBM Plex Sans Light" panose="020B0403050203000203" pitchFamily="34" charset="0"/>
              </a:rPr>
              <a:t>pellentesque</a:t>
            </a:r>
            <a:r>
              <a:rPr lang="en-US" sz="1400">
                <a:latin typeface="IBM Plex Sans Light" panose="020B0403050203000203" pitchFamily="34" charset="0"/>
              </a:rPr>
              <a:t> </a:t>
            </a:r>
            <a:r>
              <a:rPr lang="en-US" sz="1400" err="1">
                <a:latin typeface="IBM Plex Sans Light" panose="020B0403050203000203" pitchFamily="34" charset="0"/>
              </a:rPr>
              <a:t>eu</a:t>
            </a:r>
            <a:r>
              <a:rPr lang="en-US" sz="1400">
                <a:latin typeface="IBM Plex Sans Light" panose="020B0403050203000203" pitchFamily="34" charset="0"/>
              </a:rPr>
              <a:t> </a:t>
            </a:r>
            <a:r>
              <a:rPr lang="en-US" sz="1400" err="1">
                <a:latin typeface="IBM Plex Sans Light" panose="020B0403050203000203" pitchFamily="34" charset="0"/>
              </a:rPr>
              <a:t>pretium</a:t>
            </a:r>
            <a:r>
              <a:rPr lang="en-US" sz="1400">
                <a:latin typeface="IBM Plex Sans Light" panose="020B0403050203000203" pitchFamily="34" charset="0"/>
              </a:rPr>
              <a:t> </a:t>
            </a:r>
            <a:r>
              <a:rPr lang="en-US" sz="1400" err="1">
                <a:latin typeface="IBM Plex Sans Light" panose="020B0403050203000203" pitchFamily="34" charset="0"/>
              </a:rPr>
              <a:t>quis</a:t>
            </a:r>
            <a:r>
              <a:rPr lang="en-US" sz="1400">
                <a:latin typeface="IBM Plex Sans Light" panose="020B0403050203000203" pitchFamily="34" charset="0"/>
              </a:rPr>
              <a:t> sem. </a:t>
            </a:r>
            <a:r>
              <a:rPr lang="en-US" sz="1400" err="1">
                <a:latin typeface="IBM Plex Sans Light" panose="020B0403050203000203" pitchFamily="34" charset="0"/>
              </a:rPr>
              <a:t>Nulla</a:t>
            </a:r>
            <a:r>
              <a:rPr lang="en-US" sz="1400">
                <a:latin typeface="IBM Plex Sans Light" panose="020B0403050203000203" pitchFamily="34" charset="0"/>
              </a:rPr>
              <a:t> </a:t>
            </a:r>
            <a:r>
              <a:rPr lang="en-US" sz="1400" err="1">
                <a:latin typeface="IBM Plex Sans Light" panose="020B0403050203000203" pitchFamily="34" charset="0"/>
              </a:rPr>
              <a:t>conset</a:t>
            </a:r>
            <a:r>
              <a:rPr lang="en-US" sz="1400">
                <a:latin typeface="IBM Plex Sans Light" panose="020B0403050203000203" pitchFamily="34" charset="0"/>
              </a:rPr>
              <a:t> </a:t>
            </a:r>
            <a:r>
              <a:rPr lang="en-US" sz="1400" err="1">
                <a:latin typeface="IBM Plex Sans Light" panose="020B0403050203000203" pitchFamily="34" charset="0"/>
              </a:rPr>
              <a:t>massa</a:t>
            </a:r>
            <a:r>
              <a:rPr lang="en-US" sz="1400">
                <a:latin typeface="IBM Plex Sans Light" panose="020B0403050203000203" pitchFamily="34" charset="0"/>
              </a:rPr>
              <a:t> </a:t>
            </a:r>
            <a:r>
              <a:rPr lang="en-US" sz="1400" err="1">
                <a:latin typeface="IBM Plex Sans Light" panose="020B0403050203000203" pitchFamily="34" charset="0"/>
              </a:rPr>
              <a:t>quis</a:t>
            </a:r>
            <a:r>
              <a:rPr lang="en-US" sz="1400">
                <a:latin typeface="IBM Plex Sans Light" panose="020B0403050203000203" pitchFamily="34" charset="0"/>
              </a:rPr>
              <a:t> </a:t>
            </a:r>
            <a:r>
              <a:rPr lang="en-US" sz="1400" err="1">
                <a:latin typeface="IBM Plex Sans Light" panose="020B0403050203000203" pitchFamily="34" charset="0"/>
              </a:rPr>
              <a:t>enim</a:t>
            </a:r>
            <a:r>
              <a:rPr lang="en-US" sz="1400">
                <a:latin typeface="IBM Plex Sans Light" panose="020B0403050203000203" pitchFamily="34" charset="0"/>
              </a:rPr>
              <a:t>.</a:t>
            </a:r>
          </a:p>
        </p:txBody>
      </p:sp>
      <p:sp>
        <p:nvSpPr>
          <p:cNvPr id="4" name="Footer Placeholder 3">
            <a:extLst>
              <a:ext uri="{FF2B5EF4-FFF2-40B4-BE49-F238E27FC236}">
                <a16:creationId xmlns:a16="http://schemas.microsoft.com/office/drawing/2014/main" id="{E71CF978-95F1-0188-4FBB-81AAB884C2C1}"/>
              </a:ext>
            </a:extLst>
          </p:cNvPr>
          <p:cNvSpPr>
            <a:spLocks noGrp="1"/>
          </p:cNvSpPr>
          <p:nvPr>
            <p:ph type="ftr" sz="quarter" idx="18"/>
          </p:nvPr>
        </p:nvSpPr>
        <p:spPr>
          <a:xfrm>
            <a:off x="287963" y="6408000"/>
            <a:ext cx="2477765" cy="190500"/>
          </a:xfrm>
        </p:spPr>
        <p:txBody>
          <a:bodyPr/>
          <a:lstStyle/>
          <a:p>
            <a:endParaRPr lang="en-US"/>
          </a:p>
        </p:txBody>
      </p:sp>
    </p:spTree>
    <p:extLst>
      <p:ext uri="{BB962C8B-B14F-4D97-AF65-F5344CB8AC3E}">
        <p14:creationId xmlns:p14="http://schemas.microsoft.com/office/powerpoint/2010/main" val="2157830308"/>
      </p:ext>
    </p:extLst>
  </p:cSld>
  <p:clrMapOvr>
    <a:masterClrMapping/>
  </p:clrMapOvr>
  <p:transition spd="med"/>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egal disclaimer, one column">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B717A5-5D28-36C3-250F-93E0C68721CA}"/>
              </a:ext>
            </a:extLst>
          </p:cNvPr>
          <p:cNvSpPr>
            <a:spLocks noGrp="1"/>
          </p:cNvSpPr>
          <p:nvPr>
            <p:ph type="body" sz="quarter" idx="14"/>
          </p:nvPr>
        </p:nvSpPr>
        <p:spPr>
          <a:xfrm>
            <a:off x="287963" y="192024"/>
            <a:ext cx="2477765" cy="1429544"/>
          </a:xfrm>
        </p:spPr>
        <p:txBody>
          <a:bodyPr/>
          <a:lstStyle>
            <a:lvl1pPr>
              <a:lnSpc>
                <a:spcPct val="100000"/>
              </a:lnSpc>
              <a:spcBef>
                <a:spcPts val="0"/>
              </a:spcBef>
              <a:defRPr sz="3399">
                <a:solidFill>
                  <a:schemeClr val="tx2"/>
                </a:solidFill>
              </a:defRPr>
            </a:lvl1pPr>
            <a:lvl2pPr>
              <a:lnSpc>
                <a:spcPct val="100000"/>
              </a:lnSpc>
              <a:spcBef>
                <a:spcPts val="0"/>
              </a:spcBef>
              <a:defRPr sz="3199">
                <a:solidFill>
                  <a:schemeClr val="tx1"/>
                </a:solidFill>
              </a:defRPr>
            </a:lvl2pPr>
            <a:lvl3pPr>
              <a:lnSpc>
                <a:spcPct val="100000"/>
              </a:lnSpc>
              <a:spcBef>
                <a:spcPts val="0"/>
              </a:spcBef>
              <a:defRPr sz="3199">
                <a:solidFill>
                  <a:schemeClr val="tx1"/>
                </a:solidFill>
              </a:defRPr>
            </a:lvl3pPr>
            <a:lvl4pPr>
              <a:lnSpc>
                <a:spcPct val="100000"/>
              </a:lnSpc>
              <a:spcBef>
                <a:spcPts val="0"/>
              </a:spcBef>
              <a:defRPr sz="3199">
                <a:solidFill>
                  <a:schemeClr val="tx1"/>
                </a:solidFill>
              </a:defRPr>
            </a:lvl4pPr>
            <a:lvl5pPr>
              <a:lnSpc>
                <a:spcPct val="100000"/>
              </a:lnSpc>
              <a:spcBef>
                <a:spcPts val="0"/>
              </a:spcBef>
              <a:defRPr sz="3199">
                <a:solidFill>
                  <a:schemeClr val="tx1"/>
                </a:solidFill>
              </a:defRPr>
            </a:lvl5pPr>
          </a:lstStyle>
          <a:p>
            <a:pPr lvl="0"/>
            <a:r>
              <a:rPr lang="en-US"/>
              <a:t>Click to edit Master text styles</a:t>
            </a:r>
          </a:p>
        </p:txBody>
      </p:sp>
      <p:sp>
        <p:nvSpPr>
          <p:cNvPr id="7" name="Text Placeholder 6">
            <a:extLst>
              <a:ext uri="{FF2B5EF4-FFF2-40B4-BE49-F238E27FC236}">
                <a16:creationId xmlns:a16="http://schemas.microsoft.com/office/drawing/2014/main" id="{13FF5DC1-E283-8AC5-8620-936474303181}"/>
              </a:ext>
            </a:extLst>
          </p:cNvPr>
          <p:cNvSpPr>
            <a:spLocks noGrp="1"/>
          </p:cNvSpPr>
          <p:nvPr>
            <p:ph type="body" sz="quarter" idx="15" hasCustomPrompt="1"/>
          </p:nvPr>
        </p:nvSpPr>
        <p:spPr>
          <a:xfrm>
            <a:off x="9430109" y="288000"/>
            <a:ext cx="2476178" cy="5812631"/>
          </a:xfr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a:t>Copy and paste appropriate legal disclaimer text from one of the three options in the PDF guidance deck, found on pages 22-24. Always use the proper legal disclaimer for your presentation audience.</a:t>
            </a:r>
          </a:p>
        </p:txBody>
      </p:sp>
      <p:sp>
        <p:nvSpPr>
          <p:cNvPr id="2" name="Footer Placeholder 1">
            <a:extLst>
              <a:ext uri="{FF2B5EF4-FFF2-40B4-BE49-F238E27FC236}">
                <a16:creationId xmlns:a16="http://schemas.microsoft.com/office/drawing/2014/main" id="{04A6E1A4-1881-81E9-2BBE-BC4DBFE11A0E}"/>
              </a:ext>
            </a:extLst>
          </p:cNvPr>
          <p:cNvSpPr>
            <a:spLocks noGrp="1"/>
          </p:cNvSpPr>
          <p:nvPr>
            <p:ph type="ftr" sz="quarter" idx="16"/>
          </p:nvPr>
        </p:nvSpPr>
        <p:spPr>
          <a:xfrm>
            <a:off x="287963" y="6408000"/>
            <a:ext cx="2477765" cy="190500"/>
          </a:xfrm>
        </p:spPr>
        <p:txBody>
          <a:bodyPr/>
          <a:lstStyle/>
          <a:p>
            <a:endParaRPr lang="en-US"/>
          </a:p>
        </p:txBody>
      </p:sp>
      <p:sp>
        <p:nvSpPr>
          <p:cNvPr id="3" name="Slide Number">
            <a:extLst>
              <a:ext uri="{FF2B5EF4-FFF2-40B4-BE49-F238E27FC236}">
                <a16:creationId xmlns:a16="http://schemas.microsoft.com/office/drawing/2014/main" id="{0C628C1A-F2DD-6011-5846-A9A3A6D3BD7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842531004"/>
      </p:ext>
    </p:extLst>
  </p:cSld>
  <p:clrMapOvr>
    <a:masterClrMapping/>
  </p:clrMapOvr>
  <p:transition spd="med"/>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gal disclaimer, two columns">
    <p:bg>
      <p:bgPr>
        <a:solidFill>
          <a:schemeClr val="bg1"/>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0BB717A5-5D28-36C3-250F-93E0C68721CA}"/>
              </a:ext>
            </a:extLst>
          </p:cNvPr>
          <p:cNvSpPr>
            <a:spLocks noGrp="1"/>
          </p:cNvSpPr>
          <p:nvPr>
            <p:ph type="body" sz="quarter" idx="14"/>
          </p:nvPr>
        </p:nvSpPr>
        <p:spPr>
          <a:xfrm>
            <a:off x="287963" y="192024"/>
            <a:ext cx="2477765" cy="1429544"/>
          </a:xfrm>
        </p:spPr>
        <p:txBody>
          <a:bodyPr/>
          <a:lstStyle>
            <a:lvl1pPr>
              <a:lnSpc>
                <a:spcPct val="100000"/>
              </a:lnSpc>
              <a:spcBef>
                <a:spcPts val="0"/>
              </a:spcBef>
              <a:defRPr sz="3399">
                <a:solidFill>
                  <a:schemeClr val="tx2"/>
                </a:solidFill>
              </a:defRPr>
            </a:lvl1pPr>
            <a:lvl2pPr>
              <a:lnSpc>
                <a:spcPct val="100000"/>
              </a:lnSpc>
              <a:spcBef>
                <a:spcPts val="0"/>
              </a:spcBef>
              <a:defRPr sz="3199">
                <a:solidFill>
                  <a:schemeClr val="tx1"/>
                </a:solidFill>
              </a:defRPr>
            </a:lvl2pPr>
            <a:lvl3pPr>
              <a:lnSpc>
                <a:spcPct val="100000"/>
              </a:lnSpc>
              <a:spcBef>
                <a:spcPts val="0"/>
              </a:spcBef>
              <a:defRPr sz="3199">
                <a:solidFill>
                  <a:schemeClr val="tx1"/>
                </a:solidFill>
              </a:defRPr>
            </a:lvl3pPr>
            <a:lvl4pPr>
              <a:lnSpc>
                <a:spcPct val="100000"/>
              </a:lnSpc>
              <a:spcBef>
                <a:spcPts val="0"/>
              </a:spcBef>
              <a:defRPr sz="3199">
                <a:solidFill>
                  <a:schemeClr val="tx1"/>
                </a:solidFill>
              </a:defRPr>
            </a:lvl4pPr>
            <a:lvl5pPr>
              <a:lnSpc>
                <a:spcPct val="100000"/>
              </a:lnSpc>
              <a:spcBef>
                <a:spcPts val="0"/>
              </a:spcBef>
              <a:defRPr sz="3199">
                <a:solidFill>
                  <a:schemeClr val="tx1"/>
                </a:solidFill>
              </a:defRPr>
            </a:lvl5pPr>
          </a:lstStyle>
          <a:p>
            <a:pPr lvl="0"/>
            <a:r>
              <a:rPr lang="en-US"/>
              <a:t>Click to edit Master text styles</a:t>
            </a:r>
          </a:p>
        </p:txBody>
      </p:sp>
      <p:sp>
        <p:nvSpPr>
          <p:cNvPr id="6" name="Text Placeholder 6">
            <a:extLst>
              <a:ext uri="{FF2B5EF4-FFF2-40B4-BE49-F238E27FC236}">
                <a16:creationId xmlns:a16="http://schemas.microsoft.com/office/drawing/2014/main" id="{54E531DA-4051-706E-065B-21A03914153D}"/>
              </a:ext>
            </a:extLst>
          </p:cNvPr>
          <p:cNvSpPr>
            <a:spLocks noGrp="1"/>
          </p:cNvSpPr>
          <p:nvPr>
            <p:ph type="body" sz="quarter" idx="17" hasCustomPrompt="1"/>
          </p:nvPr>
        </p:nvSpPr>
        <p:spPr>
          <a:xfrm>
            <a:off x="6389168" y="288000"/>
            <a:ext cx="2476178" cy="5812631"/>
          </a:xfr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a:t>Copy and paste appropriate legal disclaimer text from one of the three options in the PDF guidance deck, found on pages 22-24. Always use the proper legal disclaimer for your presentation audience.</a:t>
            </a:r>
          </a:p>
        </p:txBody>
      </p:sp>
      <p:sp>
        <p:nvSpPr>
          <p:cNvPr id="7" name="Text Placeholder 6">
            <a:extLst>
              <a:ext uri="{FF2B5EF4-FFF2-40B4-BE49-F238E27FC236}">
                <a16:creationId xmlns:a16="http://schemas.microsoft.com/office/drawing/2014/main" id="{13FF5DC1-E283-8AC5-8620-936474303181}"/>
              </a:ext>
            </a:extLst>
          </p:cNvPr>
          <p:cNvSpPr>
            <a:spLocks noGrp="1"/>
          </p:cNvSpPr>
          <p:nvPr>
            <p:ph type="body" sz="quarter" idx="15" hasCustomPrompt="1"/>
          </p:nvPr>
        </p:nvSpPr>
        <p:spPr>
          <a:xfrm>
            <a:off x="9428522" y="288000"/>
            <a:ext cx="2476178" cy="5812631"/>
          </a:xfrm>
        </p:spPr>
        <p:txBody>
          <a:bodyPr/>
          <a:lstStyle>
            <a:lvl1pPr>
              <a:lnSpc>
                <a:spcPct val="120000"/>
              </a:lnSpc>
              <a:spcBef>
                <a:spcPts val="0"/>
              </a:spcBef>
              <a:defRPr sz="800" b="0" i="0">
                <a:solidFill>
                  <a:schemeClr val="tx1"/>
                </a:solidFill>
                <a:latin typeface="IBM Plex Sans" panose="020B0503050203000203" pitchFamily="34" charset="0"/>
              </a:defRPr>
            </a:lvl1pPr>
            <a:lvl2pPr marL="73137" indent="-73137">
              <a:lnSpc>
                <a:spcPct val="120000"/>
              </a:lnSpc>
              <a:spcBef>
                <a:spcPts val="0"/>
              </a:spcBef>
              <a:defRPr sz="800" b="0" i="0">
                <a:solidFill>
                  <a:schemeClr val="tx1"/>
                </a:solidFill>
                <a:latin typeface="IBM Plex Sans" panose="020B0503050203000203" pitchFamily="34" charset="0"/>
              </a:defRPr>
            </a:lvl2pPr>
            <a:lvl3pPr marL="146275" indent="-73137">
              <a:lnSpc>
                <a:spcPct val="120000"/>
              </a:lnSpc>
              <a:spcBef>
                <a:spcPts val="0"/>
              </a:spcBef>
              <a:defRPr sz="800" b="0" i="0">
                <a:solidFill>
                  <a:schemeClr val="tx1"/>
                </a:solidFill>
                <a:latin typeface="IBM Plex Sans" panose="020B0503050203000203" pitchFamily="34" charset="0"/>
              </a:defRPr>
            </a:lvl3pPr>
            <a:lvl4pPr marL="219412" indent="-73137">
              <a:lnSpc>
                <a:spcPct val="120000"/>
              </a:lnSpc>
              <a:spcBef>
                <a:spcPts val="0"/>
              </a:spcBef>
              <a:defRPr sz="800" b="0" i="0">
                <a:solidFill>
                  <a:schemeClr val="tx1"/>
                </a:solidFill>
                <a:latin typeface="IBM Plex Sans" panose="020B0503050203000203" pitchFamily="34" charset="0"/>
              </a:defRPr>
            </a:lvl4pPr>
            <a:lvl5pPr>
              <a:lnSpc>
                <a:spcPct val="120000"/>
              </a:lnSpc>
              <a:spcBef>
                <a:spcPts val="0"/>
              </a:spcBef>
              <a:defRPr sz="800" b="0" i="0">
                <a:solidFill>
                  <a:schemeClr val="tx1"/>
                </a:solidFill>
                <a:latin typeface="IBM Plex Sans" panose="020B0503050203000203" pitchFamily="34" charset="0"/>
              </a:defRPr>
            </a:lvl5pPr>
          </a:lstStyle>
          <a:p>
            <a:r>
              <a:rPr lang="en-US"/>
              <a:t>Copy and paste appropriate legal disclaimer text from one of the three options in the PDF guidance deck, found on pages 22-24. Always use the proper legal disclaimer for your presentation audience.</a:t>
            </a:r>
          </a:p>
        </p:txBody>
      </p:sp>
      <p:sp>
        <p:nvSpPr>
          <p:cNvPr id="3" name="Footer Placeholder 3">
            <a:extLst>
              <a:ext uri="{FF2B5EF4-FFF2-40B4-BE49-F238E27FC236}">
                <a16:creationId xmlns:a16="http://schemas.microsoft.com/office/drawing/2014/main" id="{F5CA4A6F-2777-D002-EE9E-92C246A4DA85}"/>
              </a:ext>
            </a:extLst>
          </p:cNvPr>
          <p:cNvSpPr>
            <a:spLocks noGrp="1"/>
          </p:cNvSpPr>
          <p:nvPr>
            <p:ph type="ftr" sz="quarter" idx="18"/>
          </p:nvPr>
        </p:nvSpPr>
        <p:spPr>
          <a:xfrm>
            <a:off x="287963" y="6408000"/>
            <a:ext cx="2477765" cy="190500"/>
          </a:xfrm>
        </p:spPr>
        <p:txBody>
          <a:bodyPr/>
          <a:lstStyle/>
          <a:p>
            <a:endParaRPr lang="en-US"/>
          </a:p>
        </p:txBody>
      </p:sp>
      <p:sp>
        <p:nvSpPr>
          <p:cNvPr id="8" name="Slide Number">
            <a:extLst>
              <a:ext uri="{FF2B5EF4-FFF2-40B4-BE49-F238E27FC236}">
                <a16:creationId xmlns:a16="http://schemas.microsoft.com/office/drawing/2014/main" id="{3FBFB86A-A7DC-B54C-4EEC-B69E1897903E}"/>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3065787590"/>
      </p:ext>
    </p:extLst>
  </p:cSld>
  <p:clrMapOvr>
    <a:masterClrMapping/>
  </p:clrMapOvr>
  <p:transition spd="med"/>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Blank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1234377"/>
          </a:xfrm>
        </p:spPr>
        <p:txBody>
          <a:bodyPr/>
          <a:lstStyle>
            <a:lvl1pPr>
              <a:lnSpc>
                <a:spcPct val="110000"/>
              </a:lnSpc>
              <a:defRPr sz="1400">
                <a:solidFill>
                  <a:schemeClr val="tx2"/>
                </a:solidFill>
              </a:defRPr>
            </a:lvl1pPr>
          </a:lstStyle>
          <a:p>
            <a:r>
              <a:rPr lang="en-US"/>
              <a:t>Click to edit Master title style</a:t>
            </a:r>
          </a:p>
        </p:txBody>
      </p:sp>
      <p:sp>
        <p:nvSpPr>
          <p:cNvPr id="4" name="Footer Placeholder 3">
            <a:extLst>
              <a:ext uri="{FF2B5EF4-FFF2-40B4-BE49-F238E27FC236}">
                <a16:creationId xmlns:a16="http://schemas.microsoft.com/office/drawing/2014/main" id="{69559113-A66F-B148-0A73-FD8B5C2B023D}"/>
              </a:ext>
            </a:extLst>
          </p:cNvPr>
          <p:cNvSpPr>
            <a:spLocks noGrp="1"/>
          </p:cNvSpPr>
          <p:nvPr>
            <p:ph type="ftr" sz="quarter" idx="12"/>
          </p:nvPr>
        </p:nvSpPr>
        <p:spPr>
          <a:xfrm>
            <a:off x="287963" y="6408000"/>
            <a:ext cx="2477765" cy="190500"/>
          </a:xfrm>
        </p:spPr>
        <p:txBody>
          <a:bodyPr/>
          <a:lstStyle/>
          <a:p>
            <a:endParaRPr lang="en-US"/>
          </a:p>
        </p:txBody>
      </p:sp>
      <p:sp>
        <p:nvSpPr>
          <p:cNvPr id="3" name="Slide Number">
            <a:extLst>
              <a:ext uri="{FF2B5EF4-FFF2-40B4-BE49-F238E27FC236}">
                <a16:creationId xmlns:a16="http://schemas.microsoft.com/office/drawing/2014/main" id="{B0435695-E156-66C6-5CE4-B0F751F125D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291210768"/>
      </p:ext>
    </p:extLst>
  </p:cSld>
  <p:clrMapOvr>
    <a:masterClrMapping/>
  </p:clrMapOvr>
  <p:transition spd="med"/>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Blank slide, no foot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D0BFE-82FD-94B0-E6D9-A9096777C842}"/>
              </a:ext>
            </a:extLst>
          </p:cNvPr>
          <p:cNvSpPr>
            <a:spLocks noGrp="1"/>
          </p:cNvSpPr>
          <p:nvPr>
            <p:ph type="title"/>
          </p:nvPr>
        </p:nvSpPr>
        <p:spPr>
          <a:xfrm>
            <a:off x="287963" y="288036"/>
            <a:ext cx="2474590" cy="1234377"/>
          </a:xfrm>
        </p:spPr>
        <p:txBody>
          <a:bodyPr/>
          <a:lstStyle>
            <a:lvl1pPr>
              <a:lnSpc>
                <a:spcPct val="110000"/>
              </a:lnSpc>
              <a:defRPr sz="1400">
                <a:solidFill>
                  <a:schemeClr val="tx2"/>
                </a:solidFill>
              </a:defRPr>
            </a:lvl1pPr>
          </a:lstStyle>
          <a:p>
            <a:r>
              <a:rPr lang="en-US"/>
              <a:t>Click to edit Master title style</a:t>
            </a:r>
          </a:p>
        </p:txBody>
      </p:sp>
      <p:sp>
        <p:nvSpPr>
          <p:cNvPr id="3" name="Slide Number">
            <a:extLst>
              <a:ext uri="{FF2B5EF4-FFF2-40B4-BE49-F238E27FC236}">
                <a16:creationId xmlns:a16="http://schemas.microsoft.com/office/drawing/2014/main" id="{B0435695-E156-66C6-5CE4-B0F751F125D2}"/>
              </a:ext>
            </a:extLst>
          </p:cNvPr>
          <p:cNvSpPr txBox="1">
            <a:spLocks noGrp="1"/>
          </p:cNvSpPr>
          <p:nvPr>
            <p:ph type="sldNum" sz="quarter" idx="4"/>
          </p:nvPr>
        </p:nvSpPr>
        <p:spPr>
          <a:xfrm>
            <a:off x="11769264" y="6475769"/>
            <a:ext cx="135436" cy="123111"/>
          </a:xfrm>
          <a:prstGeom prst="rect">
            <a:avLst/>
          </a:prstGeom>
          <a:ln w="12700">
            <a:miter lim="400000"/>
          </a:ln>
        </p:spPr>
        <p:txBody>
          <a:bodyPr wrap="none" lIns="0" tIns="0" rIns="0" bIns="0" anchor="ctr">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Tree>
    <p:extLst>
      <p:ext uri="{BB962C8B-B14F-4D97-AF65-F5344CB8AC3E}">
        <p14:creationId xmlns:p14="http://schemas.microsoft.com/office/powerpoint/2010/main" val="1957713695"/>
      </p:ext>
    </p:extLst>
  </p:cSld>
  <p:clrMapOvr>
    <a:masterClrMapping/>
  </p:clrMapOvr>
  <p:transition spd="med"/>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End slide">
    <p:bg>
      <p:bgPr>
        <a:solidFill>
          <a:schemeClr val="bg1"/>
        </a:solidFill>
        <a:effectLst/>
      </p:bgPr>
    </p:bg>
    <p:spTree>
      <p:nvGrpSpPr>
        <p:cNvPr id="1" name=""/>
        <p:cNvGrpSpPr/>
        <p:nvPr/>
      </p:nvGrpSpPr>
      <p:grpSpPr>
        <a:xfrm>
          <a:off x="0" y="0"/>
          <a:ext cx="0" cy="0"/>
          <a:chOff x="0" y="0"/>
          <a:chExt cx="0" cy="0"/>
        </a:xfrm>
      </p:grpSpPr>
      <p:pic>
        <p:nvPicPr>
          <p:cNvPr id="4" name="Picture 3" descr="IBM 8-bar logo">
            <a:extLst>
              <a:ext uri="{FF2B5EF4-FFF2-40B4-BE49-F238E27FC236}">
                <a16:creationId xmlns:a16="http://schemas.microsoft.com/office/drawing/2014/main" id="{F7060FE5-C047-4041-AB41-F553D2847ED5}"/>
              </a:ext>
            </a:extLst>
          </p:cNvPr>
          <p:cNvPicPr>
            <a:picLocks noChangeAspect="1"/>
          </p:cNvPicPr>
          <p:nvPr userDrawn="1"/>
        </p:nvPicPr>
        <p:blipFill>
          <a:blip r:embed="rId2"/>
          <a:stretch>
            <a:fillRect/>
          </a:stretch>
        </p:blipFill>
        <p:spPr>
          <a:xfrm>
            <a:off x="5232004" y="3084230"/>
            <a:ext cx="1727991" cy="689541"/>
          </a:xfrm>
          <a:prstGeom prst="rect">
            <a:avLst/>
          </a:prstGeom>
        </p:spPr>
      </p:pic>
    </p:spTree>
    <p:extLst>
      <p:ext uri="{BB962C8B-B14F-4D97-AF65-F5344CB8AC3E}">
        <p14:creationId xmlns:p14="http://schemas.microsoft.com/office/powerpoint/2010/main" val="3752289228"/>
      </p:ext>
    </p:extLst>
  </p:cSld>
  <p:clrMapOvr>
    <a:masterClrMapping/>
  </p:clrMapOvr>
  <p:transition spd="med"/>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7" name="Slide Number"/>
          <p:cNvSpPr txBox="1">
            <a:spLocks noGrp="1"/>
          </p:cNvSpPr>
          <p:nvPr>
            <p:ph type="sldNum" sz="quarter" idx="2"/>
          </p:nvPr>
        </p:nvSpPr>
        <p:spPr>
          <a:xfrm>
            <a:off x="11769264" y="6475857"/>
            <a:ext cx="135436" cy="123111"/>
          </a:xfrm>
          <a:prstGeom prst="rect">
            <a:avLst/>
          </a:prstGeom>
          <a:ln w="12700">
            <a:miter lim="400000"/>
          </a:ln>
        </p:spPr>
        <p:txBody>
          <a:bodyPr wrap="none" lIns="0" tIns="0" rIns="0" bIns="0" anchor="b" anchorCtr="0">
            <a:spAutoFit/>
          </a:bodyPr>
          <a:lstStyle>
            <a:lvl1pPr algn="r">
              <a:defRPr sz="800" b="0" i="0">
                <a:solidFill>
                  <a:schemeClr val="tx1"/>
                </a:solidFill>
                <a:latin typeface="IBM Plex Sans" panose="020B0503050203000203" pitchFamily="34" charset="0"/>
                <a:ea typeface="+mn-ea"/>
                <a:cs typeface="+mn-cs"/>
                <a:sym typeface="IBM Plex Sans"/>
              </a:defRPr>
            </a:lvl1pPr>
          </a:lstStyle>
          <a:p>
            <a:fld id="{86CB4B4D-7CA3-9044-876B-883B54F8677D}" type="slidenum">
              <a:rPr lang="en-US" smtClean="0"/>
              <a:pPr/>
              <a:t>‹#›</a:t>
            </a:fld>
            <a:endParaRPr lang="en-US"/>
          </a:p>
        </p:txBody>
      </p:sp>
      <p:sp>
        <p:nvSpPr>
          <p:cNvPr id="48" name="Title Text"/>
          <p:cNvSpPr txBox="1">
            <a:spLocks noGrp="1"/>
          </p:cNvSpPr>
          <p:nvPr>
            <p:ph type="title"/>
          </p:nvPr>
        </p:nvSpPr>
        <p:spPr>
          <a:xfrm>
            <a:off x="287999" y="288036"/>
            <a:ext cx="11293592" cy="1234377"/>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r>
              <a:t>Title Text</a:t>
            </a:r>
          </a:p>
        </p:txBody>
      </p:sp>
      <p:sp>
        <p:nvSpPr>
          <p:cNvPr id="49" name="Body Level One…"/>
          <p:cNvSpPr txBox="1">
            <a:spLocks noGrp="1"/>
          </p:cNvSpPr>
          <p:nvPr>
            <p:ph type="body" idx="1"/>
          </p:nvPr>
        </p:nvSpPr>
        <p:spPr>
          <a:xfrm>
            <a:off x="287300" y="1663699"/>
            <a:ext cx="11293592" cy="4433888"/>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p>
            <a:r>
              <a:t>Body Level One</a:t>
            </a:r>
          </a:p>
          <a:p>
            <a:pPr lvl="1"/>
            <a:r>
              <a:t>Body Level Two</a:t>
            </a:r>
          </a:p>
          <a:p>
            <a:pPr lvl="2"/>
            <a:r>
              <a:t>Body Level Three</a:t>
            </a:r>
          </a:p>
          <a:p>
            <a:pPr lvl="3"/>
            <a:r>
              <a:t>Body Level Four</a:t>
            </a:r>
          </a:p>
        </p:txBody>
      </p:sp>
      <p:sp>
        <p:nvSpPr>
          <p:cNvPr id="2" name="Footer Placeholder 1">
            <a:extLst>
              <a:ext uri="{FF2B5EF4-FFF2-40B4-BE49-F238E27FC236}">
                <a16:creationId xmlns:a16="http://schemas.microsoft.com/office/drawing/2014/main" id="{59EB465A-FE7F-6B71-D716-1673174BBF59}"/>
              </a:ext>
            </a:extLst>
          </p:cNvPr>
          <p:cNvSpPr>
            <a:spLocks noGrp="1"/>
          </p:cNvSpPr>
          <p:nvPr>
            <p:ph type="ftr" sz="quarter" idx="3"/>
          </p:nvPr>
        </p:nvSpPr>
        <p:spPr>
          <a:xfrm>
            <a:off x="287963" y="6411643"/>
            <a:ext cx="2477765" cy="190500"/>
          </a:xfrm>
          <a:prstGeom prst="rect">
            <a:avLst/>
          </a:prstGeom>
        </p:spPr>
        <p:txBody>
          <a:bodyPr vert="horz" lIns="0" tIns="0" rIns="0" bIns="0" rtlCol="0" anchor="b"/>
          <a:lstStyle>
            <a:lvl1pPr algn="l">
              <a:defRPr sz="800" b="0" i="0">
                <a:solidFill>
                  <a:schemeClr val="tx1"/>
                </a:solidFill>
                <a:latin typeface="IBM Plex Sans" panose="020B0503050203000203" pitchFamily="34" charset="0"/>
              </a:defRPr>
            </a:lvl1pPr>
          </a:lstStyle>
          <a:p>
            <a:r>
              <a:rPr lang="en-US"/>
              <a:t>Footer text (optional)</a:t>
            </a:r>
          </a:p>
        </p:txBody>
      </p:sp>
    </p:spTree>
    <p:extLst>
      <p:ext uri="{BB962C8B-B14F-4D97-AF65-F5344CB8AC3E}">
        <p14:creationId xmlns:p14="http://schemas.microsoft.com/office/powerpoint/2010/main" val="3984617527"/>
      </p:ext>
    </p:extLst>
  </p:cSld>
  <p:clrMap bg1="dk1" tx1="lt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 id="2147483728" r:id="rId20"/>
    <p:sldLayoutId id="2147483729" r:id="rId21"/>
    <p:sldLayoutId id="2147483730" r:id="rId22"/>
    <p:sldLayoutId id="2147483731" r:id="rId23"/>
    <p:sldLayoutId id="2147483732" r:id="rId24"/>
    <p:sldLayoutId id="2147483733" r:id="rId25"/>
    <p:sldLayoutId id="2147483734" r:id="rId26"/>
    <p:sldLayoutId id="2147483735" r:id="rId27"/>
    <p:sldLayoutId id="2147483736" r:id="rId28"/>
    <p:sldLayoutId id="2147483737" r:id="rId29"/>
    <p:sldLayoutId id="2147483738" r:id="rId30"/>
    <p:sldLayoutId id="2147483739" r:id="rId31"/>
    <p:sldLayoutId id="2147483740" r:id="rId32"/>
    <p:sldLayoutId id="2147483741" r:id="rId33"/>
    <p:sldLayoutId id="2147483742" r:id="rId34"/>
    <p:sldLayoutId id="2147483743" r:id="rId35"/>
    <p:sldLayoutId id="2147483744" r:id="rId36"/>
    <p:sldLayoutId id="2147483745" r:id="rId37"/>
    <p:sldLayoutId id="2147483746" r:id="rId38"/>
    <p:sldLayoutId id="2147483747" r:id="rId39"/>
    <p:sldLayoutId id="2147483748" r:id="rId40"/>
    <p:sldLayoutId id="2147483749" r:id="rId41"/>
    <p:sldLayoutId id="2147483750" r:id="rId42"/>
    <p:sldLayoutId id="2147483751" r:id="rId43"/>
    <p:sldLayoutId id="2147483752" r:id="rId44"/>
    <p:sldLayoutId id="2147483753" r:id="rId45"/>
    <p:sldLayoutId id="2147483754" r:id="rId46"/>
    <p:sldLayoutId id="2147483755" r:id="rId47"/>
    <p:sldLayoutId id="2147483756" r:id="rId48"/>
  </p:sldLayoutIdLst>
  <p:transition spd="med"/>
  <p:hf hdr="0" dt="0"/>
  <p:txStyles>
    <p:titleStyle>
      <a:lvl1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p:titleStyle>
    <p:body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1"/>
          </a:solidFill>
          <a:uFillTx/>
          <a:latin typeface="+mj-lt"/>
          <a:ea typeface="+mj-ea"/>
          <a:cs typeface="+mj-cs"/>
          <a:sym typeface="IBM Plex Sans Light"/>
        </a:defRPr>
      </a:lvl1pPr>
      <a:lvl2pPr marL="164559"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2pPr>
      <a:lvl3pPr marL="329118"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3pPr>
      <a:lvl4pPr marL="493677" marR="0" indent="-164559" algn="l" defTabSz="1218956" rtl="0" eaLnBrk="1" latinLnBrk="0" hangingPunct="1">
        <a:lnSpc>
          <a:spcPct val="110000"/>
        </a:lnSpc>
        <a:spcBef>
          <a:spcPts val="0"/>
        </a:spcBef>
        <a:spcAft>
          <a:spcPts val="0"/>
        </a:spcAft>
        <a:buClrTx/>
        <a:buSzPct val="100000"/>
        <a:buFontTx/>
        <a:buChar char="–"/>
        <a:tabLst/>
        <a:defRPr sz="1800" b="0" i="0" u="none" strike="noStrike" cap="none" spc="0" baseline="0">
          <a:solidFill>
            <a:schemeClr val="tx1"/>
          </a:solidFill>
          <a:uFillTx/>
          <a:latin typeface="+mj-lt"/>
          <a:ea typeface="+mj-ea"/>
          <a:cs typeface="+mj-cs"/>
          <a:sym typeface="IBM Plex Sans Light"/>
        </a:defRPr>
      </a:lvl4pPr>
      <a:lvl5pPr marL="571386" marR="0" indent="-228554" algn="l" defTabSz="1218956" rtl="0" eaLnBrk="1" latinLnBrk="0" hangingPunct="1">
        <a:lnSpc>
          <a:spcPct val="110000"/>
        </a:lnSpc>
        <a:spcBef>
          <a:spcPts val="1450"/>
        </a:spcBef>
        <a:spcAft>
          <a:spcPts val="0"/>
        </a:spcAft>
        <a:buClrTx/>
        <a:buSzPct val="100000"/>
        <a:buFont typeface="IBM Plex Sans" panose="020B0604020202020204" pitchFamily="34" charset="0"/>
        <a:buChar char="•"/>
        <a:tabLst/>
        <a:defRPr sz="1800" b="0" i="0" u="none" strike="noStrike" cap="none" spc="0" baseline="0">
          <a:solidFill>
            <a:srgbClr val="000000"/>
          </a:solidFill>
          <a:uFillTx/>
          <a:latin typeface="+mj-lt"/>
          <a:ea typeface="+mj-ea"/>
          <a:cs typeface="+mj-cs"/>
          <a:sym typeface="IBM Plex Sans Light"/>
        </a:defRPr>
      </a:lvl5pPr>
      <a:lvl6pPr marL="921346"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6pPr>
      <a:lvl7pPr marL="1102595"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7pPr>
      <a:lvl8pPr marL="1283843"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8pPr>
      <a:lvl9pPr marL="1465091" marR="0" indent="-194466" algn="l" defTabSz="1218956" rtl="0" eaLnBrk="1" latinLnBrk="0" hangingPunct="1">
        <a:lnSpc>
          <a:spcPct val="100000"/>
        </a:lnSpc>
        <a:spcBef>
          <a:spcPts val="1450"/>
        </a:spcBef>
        <a:spcAft>
          <a:spcPts val="0"/>
        </a:spcAft>
        <a:buClrTx/>
        <a:buSzPct val="100000"/>
        <a:buFontTx/>
        <a:buChar char="»"/>
        <a:tabLst/>
        <a:defRPr sz="1800" b="0" i="0" u="none" strike="noStrike" cap="none" spc="0" baseline="0">
          <a:solidFill>
            <a:srgbClr val="000000"/>
          </a:solidFill>
          <a:uFillTx/>
          <a:latin typeface="+mj-lt"/>
          <a:ea typeface="+mj-ea"/>
          <a:cs typeface="+mj-cs"/>
          <a:sym typeface="IBM Plex Sans Light"/>
        </a:defRPr>
      </a:lvl9pPr>
    </p:bodyStyle>
    <p:otherStyle>
      <a:lvl1pPr marL="0" marR="0" indent="0"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1pPr>
      <a:lvl2pPr marL="0" marR="0" indent="171461"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2pPr>
      <a:lvl3pPr marL="0" marR="0" indent="342922"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3pPr>
      <a:lvl4pPr marL="0" marR="0" indent="514384"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4pPr>
      <a:lvl5pPr marL="0" marR="0" indent="685845"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5pPr>
      <a:lvl6pPr marL="0" marR="0" indent="857307"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6pPr>
      <a:lvl7pPr marL="0" marR="0" indent="1028768"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7pPr>
      <a:lvl8pPr marL="0" marR="0" indent="1200230"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8pPr>
      <a:lvl9pPr marL="0" marR="0" indent="1371691" algn="r" defTabSz="914461" rtl="0" eaLnBrk="1" latinLnBrk="0" hangingPunct="1">
        <a:lnSpc>
          <a:spcPct val="100000"/>
        </a:lnSpc>
        <a:spcBef>
          <a:spcPts val="0"/>
        </a:spcBef>
        <a:spcAft>
          <a:spcPts val="0"/>
        </a:spcAft>
        <a:buClrTx/>
        <a:buSzTx/>
        <a:buFontTx/>
        <a:buNone/>
        <a:tabLst/>
        <a:defRPr sz="800" b="0" i="0" u="none" strike="noStrike" cap="none" spc="0" baseline="0">
          <a:solidFill>
            <a:schemeClr val="tx1"/>
          </a:solidFill>
          <a:uFillTx/>
          <a:latin typeface="+mn-lt"/>
          <a:ea typeface="+mn-ea"/>
          <a:cs typeface="+mn-cs"/>
          <a:sym typeface="IBM Plex Sans"/>
        </a:defRPr>
      </a:lvl9pPr>
    </p:otherStyle>
  </p:txStyles>
  <p:extLst>
    <p:ext uri="{27BBF7A9-308A-43DC-89C8-2F10F3537804}">
      <p15:sldGuideLst xmlns:p15="http://schemas.microsoft.com/office/powerpoint/2012/main">
        <p15:guide id="3" pos="364">
          <p15:clr>
            <a:srgbClr val="EE5396"/>
          </p15:clr>
        </p15:guide>
        <p15:guide id="4" pos="3840">
          <p15:clr>
            <a:srgbClr val="0F62FE"/>
          </p15:clr>
        </p15:guide>
        <p15:guide id="5" pos="1916">
          <p15:clr>
            <a:srgbClr val="EE5396"/>
          </p15:clr>
        </p15:guide>
        <p15:guide id="6" pos="5756">
          <p15:clr>
            <a:srgbClr val="EE5396"/>
          </p15:clr>
        </p15:guide>
        <p15:guide id="7" pos="7319">
          <p15:clr>
            <a:srgbClr val="EE5396"/>
          </p15:clr>
        </p15:guide>
        <p15:guide id="8" pos="8040">
          <p15:clr>
            <a:srgbClr val="EE5396"/>
          </p15:clr>
        </p15:guide>
        <p15:guide id="9" pos="4200">
          <p15:clr>
            <a:srgbClr val="EE5396"/>
          </p15:clr>
        </p15:guide>
        <p15:guide id="10" pos="3480">
          <p15:clr>
            <a:srgbClr val="EE5396"/>
          </p15:clr>
        </p15:guide>
        <p15:guide id="11" pos="9594">
          <p15:clr>
            <a:srgbClr val="EE5396"/>
          </p15:clr>
        </p15:guide>
        <p15:guide id="13" pos="11160">
          <p15:clr>
            <a:srgbClr val="EE5396"/>
          </p15:clr>
        </p15:guide>
        <p15:guide id="14" pos="11880">
          <p15:clr>
            <a:srgbClr val="EE5396"/>
          </p15:clr>
        </p15:guide>
        <p15:guide id="15" pos="13440">
          <p15:clr>
            <a:srgbClr val="EE5396"/>
          </p15:clr>
        </p15:guide>
        <p15:guide id="16" pos="14995">
          <p15:clr>
            <a:srgbClr val="EE5396"/>
          </p15:clr>
        </p15:guide>
        <p15:guide id="19" orient="horz" pos="3840">
          <p15:clr>
            <a:srgbClr val="EE5396"/>
          </p15:clr>
        </p15:guide>
        <p15:guide id="20" orient="horz" pos="958">
          <p15:clr>
            <a:srgbClr val="EE5396"/>
          </p15:clr>
        </p15:guide>
        <p15:guide id="25" orient="horz" pos="7682">
          <p15:clr>
            <a:srgbClr val="EE5396"/>
          </p15:clr>
        </p15:guide>
        <p15:guide id="26" pos="7680">
          <p15:clr>
            <a:srgbClr val="0F62FE"/>
          </p15:clr>
        </p15:guide>
        <p15:guide id="27" pos="11520">
          <p15:clr>
            <a:srgbClr val="0F62FE"/>
          </p15:clr>
        </p15:guide>
        <p15:guide id="30" orient="horz" pos="1918">
          <p15:clr>
            <a:srgbClr val="EE5396"/>
          </p15:clr>
        </p15:guide>
        <p15:guide id="32" orient="horz" pos="6720">
          <p15:clr>
            <a:srgbClr val="EE5396"/>
          </p15:clr>
        </p15:guide>
        <p15:guide id="33" orient="horz" pos="2880">
          <p15:clr>
            <a:srgbClr val="EE5396"/>
          </p15:clr>
        </p15:guide>
        <p15:guide id="34" orient="horz" pos="4800">
          <p15:clr>
            <a:srgbClr val="EE5396"/>
          </p15:clr>
        </p15:guide>
        <p15:guide id="35" orient="horz" pos="5758">
          <p15:clr>
            <a:srgbClr val="EE5396"/>
          </p15:clr>
        </p15:guide>
        <p15:guide id="36" orient="horz" pos="8284">
          <p15:clr>
            <a:srgbClr val="9FCC3B"/>
          </p15:clr>
        </p15:guide>
        <p15:guide id="37" orient="horz" pos="360">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2.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20.xml"/><Relationship Id="rId1" Type="http://schemas.openxmlformats.org/officeDocument/2006/relationships/slideLayout" Target="../slideLayouts/slideLayout9.xml"/><Relationship Id="rId4" Type="http://schemas.openxmlformats.org/officeDocument/2006/relationships/image" Target="../media/image5.svg"/></Relationships>
</file>

<file path=ppt/slides/_rels/slide21.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21.xml"/><Relationship Id="rId1" Type="http://schemas.openxmlformats.org/officeDocument/2006/relationships/slideLayout" Target="../slideLayouts/slideLayout9.xml"/><Relationship Id="rId4" Type="http://schemas.openxmlformats.org/officeDocument/2006/relationships/image" Target="../media/image5.svg"/></Relationships>
</file>

<file path=ppt/slides/_rels/slide2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22.xml"/><Relationship Id="rId1" Type="http://schemas.openxmlformats.org/officeDocument/2006/relationships/slideLayout" Target="../slideLayouts/slideLayout9.xml"/><Relationship Id="rId5" Type="http://schemas.openxmlformats.org/officeDocument/2006/relationships/image" Target="../media/image7.svg"/><Relationship Id="rId4" Type="http://schemas.openxmlformats.org/officeDocument/2006/relationships/image" Target="../media/image5.svg"/></Relationships>
</file>

<file path=ppt/slides/_rels/slide2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23.xml"/><Relationship Id="rId1" Type="http://schemas.openxmlformats.org/officeDocument/2006/relationships/slideLayout" Target="../slideLayouts/slideLayout9.xml"/><Relationship Id="rId5" Type="http://schemas.openxmlformats.org/officeDocument/2006/relationships/image" Target="../media/image7.svg"/><Relationship Id="rId4" Type="http://schemas.openxmlformats.org/officeDocument/2006/relationships/image" Target="../media/image5.svg"/></Relationships>
</file>

<file path=ppt/slides/_rels/slide2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24.xml"/><Relationship Id="rId1" Type="http://schemas.openxmlformats.org/officeDocument/2006/relationships/slideLayout" Target="../slideLayouts/slideLayout11.xml"/><Relationship Id="rId4" Type="http://schemas.openxmlformats.org/officeDocument/2006/relationships/image" Target="../media/image3.svg"/></Relationships>
</file>

<file path=ppt/slides/_rels/slide2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25.xml"/><Relationship Id="rId1" Type="http://schemas.openxmlformats.org/officeDocument/2006/relationships/slideLayout" Target="../slideLayouts/slideLayout46.xml"/></Relationships>
</file>

<file path=ppt/slides/_rels/slide2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26.xml"/><Relationship Id="rId1" Type="http://schemas.openxmlformats.org/officeDocument/2006/relationships/slideLayout" Target="../slideLayouts/slideLayout4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notesSlide" Target="../notesSlides/notesSlide32.xml"/><Relationship Id="rId1" Type="http://schemas.openxmlformats.org/officeDocument/2006/relationships/slideLayout" Target="../slideLayouts/slideLayout11.xml"/><Relationship Id="rId4" Type="http://schemas.openxmlformats.org/officeDocument/2006/relationships/image" Target="../media/image10.sv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9.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36.xml"/><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0.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1.xml"/></Relationships>
</file>

<file path=ppt/slides/_rels/slide45.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43.xml"/><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DE5C70E-053F-18A8-7510-1962F4406D89}"/>
              </a:ext>
            </a:extLst>
          </p:cNvPr>
          <p:cNvSpPr>
            <a:spLocks noGrp="1"/>
          </p:cNvSpPr>
          <p:nvPr>
            <p:ph type="body" sz="quarter" idx="12"/>
          </p:nvPr>
        </p:nvSpPr>
        <p:spPr/>
        <p:txBody>
          <a:bodyPr/>
          <a:lstStyle/>
          <a:p>
            <a:r>
              <a:rPr lang="en-US" dirty="0"/>
              <a:t>Jamie Wang</a:t>
            </a:r>
          </a:p>
          <a:p>
            <a:r>
              <a:rPr lang="en-US" dirty="0"/>
              <a:t>Developer Advocate</a:t>
            </a:r>
          </a:p>
        </p:txBody>
      </p:sp>
      <p:sp>
        <p:nvSpPr>
          <p:cNvPr id="3" name="Text Placeholder 2">
            <a:extLst>
              <a:ext uri="{FF2B5EF4-FFF2-40B4-BE49-F238E27FC236}">
                <a16:creationId xmlns:a16="http://schemas.microsoft.com/office/drawing/2014/main" id="{DB58C975-E468-AF1C-BB6C-97AA6BEBEFEF}"/>
              </a:ext>
            </a:extLst>
          </p:cNvPr>
          <p:cNvSpPr>
            <a:spLocks noGrp="1"/>
          </p:cNvSpPr>
          <p:nvPr>
            <p:ph type="body" sz="quarter" idx="13"/>
          </p:nvPr>
        </p:nvSpPr>
        <p:spPr/>
        <p:txBody>
          <a:bodyPr/>
          <a:lstStyle/>
          <a:p>
            <a:r>
              <a:rPr lang="en-US" dirty="0"/>
              <a:t>Hemanth Battu</a:t>
            </a:r>
            <a:br>
              <a:rPr lang="en-US" dirty="0"/>
            </a:br>
            <a:r>
              <a:rPr lang="en-US" dirty="0"/>
              <a:t>Ecosystem Engineer</a:t>
            </a:r>
          </a:p>
        </p:txBody>
      </p:sp>
      <p:sp>
        <p:nvSpPr>
          <p:cNvPr id="4" name="Title 3">
            <a:extLst>
              <a:ext uri="{FF2B5EF4-FFF2-40B4-BE49-F238E27FC236}">
                <a16:creationId xmlns:a16="http://schemas.microsoft.com/office/drawing/2014/main" id="{EACBD4A7-5F98-6366-251D-E77C4728D619}"/>
              </a:ext>
            </a:extLst>
          </p:cNvPr>
          <p:cNvSpPr>
            <a:spLocks noGrp="1"/>
          </p:cNvSpPr>
          <p:nvPr>
            <p:ph type="title"/>
          </p:nvPr>
        </p:nvSpPr>
        <p:spPr/>
        <p:txBody>
          <a:bodyPr/>
          <a:lstStyle/>
          <a:p>
            <a:r>
              <a:rPr lang="en-US" sz="4400" dirty="0"/>
              <a:t>Agentic Engineering in Practice</a:t>
            </a:r>
            <a:endParaRPr lang="en-US" dirty="0"/>
          </a:p>
        </p:txBody>
      </p:sp>
    </p:spTree>
    <p:extLst>
      <p:ext uri="{BB962C8B-B14F-4D97-AF65-F5344CB8AC3E}">
        <p14:creationId xmlns:p14="http://schemas.microsoft.com/office/powerpoint/2010/main" val="1934088085"/>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4A56A71D-0FF4-39C8-2469-728649671563}"/>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2285E68C-9573-A965-312E-C27C0E6261E5}"/>
              </a:ext>
            </a:extLst>
          </p:cNvPr>
          <p:cNvSpPr>
            <a:spLocks noGrp="1"/>
          </p:cNvSpPr>
          <p:nvPr>
            <p:ph type="sldNum" sz="quarter" idx="4"/>
          </p:nvPr>
        </p:nvSpPr>
        <p:spPr/>
        <p:txBody>
          <a:bodyPr/>
          <a:lstStyle/>
          <a:p>
            <a:fld id="{86CB4B4D-7CA3-9044-876B-883B54F8677D}" type="slidenum">
              <a:rPr lang="en-US" smtClean="0"/>
              <a:pPr/>
              <a:t>2</a:t>
            </a:fld>
            <a:endParaRPr lang="en-US"/>
          </a:p>
        </p:txBody>
      </p:sp>
      <p:sp>
        <p:nvSpPr>
          <p:cNvPr id="8" name="Text Placeholder 7">
            <a:extLst>
              <a:ext uri="{FF2B5EF4-FFF2-40B4-BE49-F238E27FC236}">
                <a16:creationId xmlns:a16="http://schemas.microsoft.com/office/drawing/2014/main" id="{570CBF76-5050-8A35-D888-3B88F01B21E2}"/>
              </a:ext>
            </a:extLst>
          </p:cNvPr>
          <p:cNvSpPr>
            <a:spLocks noGrp="1"/>
          </p:cNvSpPr>
          <p:nvPr>
            <p:ph type="body" sz="quarter" idx="19"/>
          </p:nvPr>
        </p:nvSpPr>
        <p:spPr/>
        <p:txBody>
          <a:bodyPr/>
          <a:lstStyle/>
          <a:p>
            <a:r>
              <a:rPr lang="en-US"/>
              <a:t>You own your code.</a:t>
            </a:r>
          </a:p>
          <a:p>
            <a:endParaRPr lang="en-US"/>
          </a:p>
          <a:p>
            <a:r>
              <a:rPr lang="en-US"/>
              <a:t>Nothing changes that.</a:t>
            </a:r>
          </a:p>
          <a:p>
            <a:endParaRPr lang="en-US"/>
          </a:p>
          <a:p>
            <a:r>
              <a:rPr lang="en-US"/>
              <a:t>But the way we work is changing.</a:t>
            </a:r>
          </a:p>
        </p:txBody>
      </p:sp>
    </p:spTree>
    <p:extLst>
      <p:ext uri="{BB962C8B-B14F-4D97-AF65-F5344CB8AC3E}">
        <p14:creationId xmlns:p14="http://schemas.microsoft.com/office/powerpoint/2010/main" val="2920973527"/>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F396753E-7E03-2C06-8188-7778D48A6A1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A13A1708-21B9-B995-4C6E-2CBDB114EBD6}"/>
              </a:ext>
            </a:extLst>
          </p:cNvPr>
          <p:cNvSpPr>
            <a:spLocks noGrp="1"/>
          </p:cNvSpPr>
          <p:nvPr>
            <p:ph type="sldNum" sz="quarter" idx="4"/>
          </p:nvPr>
        </p:nvSpPr>
        <p:spPr/>
        <p:txBody>
          <a:bodyPr/>
          <a:lstStyle/>
          <a:p>
            <a:fld id="{86CB4B4D-7CA3-9044-876B-883B54F8677D}" type="slidenum">
              <a:rPr lang="en-US" smtClean="0"/>
              <a:pPr/>
              <a:t>3</a:t>
            </a:fld>
            <a:endParaRPr lang="en-US"/>
          </a:p>
        </p:txBody>
      </p:sp>
      <p:sp>
        <p:nvSpPr>
          <p:cNvPr id="4" name="Text Placeholder 3">
            <a:extLst>
              <a:ext uri="{FF2B5EF4-FFF2-40B4-BE49-F238E27FC236}">
                <a16:creationId xmlns:a16="http://schemas.microsoft.com/office/drawing/2014/main" id="{A7C6DCFE-DFCB-A889-661A-A17ABEDB51D9}"/>
              </a:ext>
            </a:extLst>
          </p:cNvPr>
          <p:cNvSpPr>
            <a:spLocks noGrp="1"/>
          </p:cNvSpPr>
          <p:nvPr>
            <p:ph type="body" sz="quarter" idx="19"/>
          </p:nvPr>
        </p:nvSpPr>
        <p:spPr/>
        <p:txBody>
          <a:bodyPr/>
          <a:lstStyle/>
          <a:p>
            <a:r>
              <a:rPr lang="en-US"/>
              <a:t>You own your code.</a:t>
            </a:r>
          </a:p>
          <a:p>
            <a:endParaRPr lang="en-US"/>
          </a:p>
          <a:p>
            <a:r>
              <a:rPr lang="en-US"/>
              <a:t>You need to own your workflow, too.</a:t>
            </a:r>
          </a:p>
        </p:txBody>
      </p:sp>
    </p:spTree>
    <p:extLst>
      <p:ext uri="{BB962C8B-B14F-4D97-AF65-F5344CB8AC3E}">
        <p14:creationId xmlns:p14="http://schemas.microsoft.com/office/powerpoint/2010/main" val="3791813139"/>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descr="Blue 10 quarter slide background">
            <a:extLst>
              <a:ext uri="{FF2B5EF4-FFF2-40B4-BE49-F238E27FC236}">
                <a16:creationId xmlns:a16="http://schemas.microsoft.com/office/drawing/2014/main" id="{FDFD0247-81AB-87E1-511E-7D797446AE24}"/>
              </a:ext>
            </a:extLst>
          </p:cNvPr>
          <p:cNvSpPr/>
          <p:nvPr/>
        </p:nvSpPr>
        <p:spPr bwMode="auto">
          <a:xfrm>
            <a:off x="0" y="0"/>
            <a:ext cx="2762330" cy="6858000"/>
          </a:xfrm>
          <a:prstGeom prst="rect">
            <a:avLst/>
          </a:prstGeom>
          <a:solidFill>
            <a:srgbClr val="E5F6FF"/>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Title 1">
            <a:extLst>
              <a:ext uri="{FF2B5EF4-FFF2-40B4-BE49-F238E27FC236}">
                <a16:creationId xmlns:a16="http://schemas.microsoft.com/office/drawing/2014/main" id="{F6082636-9600-E6C0-B62E-F75C6A36EB44}"/>
              </a:ext>
            </a:extLst>
          </p:cNvPr>
          <p:cNvSpPr>
            <a:spLocks noGrp="1"/>
          </p:cNvSpPr>
          <p:nvPr>
            <p:ph type="title"/>
          </p:nvPr>
        </p:nvSpPr>
        <p:spPr>
          <a:xfrm>
            <a:off x="287963" y="288035"/>
            <a:ext cx="2474590" cy="5526913"/>
          </a:xfrm>
        </p:spPr>
        <p:txBody>
          <a:bodyPr/>
          <a:lstStyle/>
          <a:p>
            <a:r>
              <a:rPr lang="en-US" sz="3200"/>
              <a:t>This half day workshop is structured as a series of 5 modules:</a:t>
            </a:r>
          </a:p>
        </p:txBody>
      </p:sp>
      <p:sp>
        <p:nvSpPr>
          <p:cNvPr id="3" name="Text Placeholder 2">
            <a:extLst>
              <a:ext uri="{FF2B5EF4-FFF2-40B4-BE49-F238E27FC236}">
                <a16:creationId xmlns:a16="http://schemas.microsoft.com/office/drawing/2014/main" id="{E62707D7-33AC-EAB5-195E-96580926CEEB}"/>
              </a:ext>
            </a:extLst>
          </p:cNvPr>
          <p:cNvSpPr>
            <a:spLocks noGrp="1"/>
          </p:cNvSpPr>
          <p:nvPr>
            <p:ph type="body" sz="quarter" idx="20"/>
          </p:nvPr>
        </p:nvSpPr>
        <p:spPr/>
        <p:txBody>
          <a:bodyPr/>
          <a:lstStyle/>
          <a:p>
            <a:r>
              <a:rPr lang="en-US" sz="1800"/>
              <a:t>Module 0 (Optional): Get to Know Your Agentic Tool</a:t>
            </a:r>
          </a:p>
          <a:p>
            <a:endParaRPr lang="en-US"/>
          </a:p>
          <a:p>
            <a:r>
              <a:rPr lang="en-US" i="1"/>
              <a:t>Hands-on activity: Using your Agent and Mode Switching</a:t>
            </a:r>
          </a:p>
        </p:txBody>
      </p:sp>
      <p:sp>
        <p:nvSpPr>
          <p:cNvPr id="4" name="Text Placeholder 3">
            <a:extLst>
              <a:ext uri="{FF2B5EF4-FFF2-40B4-BE49-F238E27FC236}">
                <a16:creationId xmlns:a16="http://schemas.microsoft.com/office/drawing/2014/main" id="{1ADC7119-FD49-852B-8A8E-D55E9B37579D}"/>
              </a:ext>
            </a:extLst>
          </p:cNvPr>
          <p:cNvSpPr>
            <a:spLocks noGrp="1"/>
          </p:cNvSpPr>
          <p:nvPr>
            <p:ph type="body" sz="quarter" idx="16"/>
          </p:nvPr>
        </p:nvSpPr>
        <p:spPr/>
        <p:txBody>
          <a:bodyPr/>
          <a:lstStyle/>
          <a:p>
            <a:r>
              <a:rPr lang="en-US" sz="1800"/>
              <a:t>Module 1: Requirements Gathering</a:t>
            </a:r>
          </a:p>
          <a:p>
            <a:endParaRPr lang="en-US"/>
          </a:p>
          <a:p>
            <a:r>
              <a:rPr lang="en-US" i="1"/>
              <a:t>Hands-on activity A: Design Thinking for Software Requirements</a:t>
            </a:r>
          </a:p>
          <a:p>
            <a:endParaRPr lang="en-US" i="1"/>
          </a:p>
          <a:p>
            <a:r>
              <a:rPr lang="en-US" i="1"/>
              <a:t>Hands-on activity B: Using an Agent to Understand your Codebase</a:t>
            </a:r>
          </a:p>
        </p:txBody>
      </p:sp>
      <p:sp>
        <p:nvSpPr>
          <p:cNvPr id="5" name="Text Placeholder 4">
            <a:extLst>
              <a:ext uri="{FF2B5EF4-FFF2-40B4-BE49-F238E27FC236}">
                <a16:creationId xmlns:a16="http://schemas.microsoft.com/office/drawing/2014/main" id="{24A02B72-0E00-28BE-CB6E-0DC2279FA19C}"/>
              </a:ext>
            </a:extLst>
          </p:cNvPr>
          <p:cNvSpPr>
            <a:spLocks noGrp="1"/>
          </p:cNvSpPr>
          <p:nvPr>
            <p:ph type="body" sz="quarter" idx="17"/>
          </p:nvPr>
        </p:nvSpPr>
        <p:spPr/>
        <p:txBody>
          <a:bodyPr/>
          <a:lstStyle/>
          <a:p>
            <a:r>
              <a:rPr lang="en-US" sz="1800"/>
              <a:t>Module 2: Spec Creation</a:t>
            </a:r>
          </a:p>
          <a:p>
            <a:endParaRPr lang="en-US"/>
          </a:p>
          <a:p>
            <a:r>
              <a:rPr lang="en-US" i="1"/>
              <a:t>Hands on activity: Creating a high-quality spec</a:t>
            </a:r>
            <a:endParaRPr lang="en-US" sz="1200" i="1"/>
          </a:p>
        </p:txBody>
      </p:sp>
      <p:sp>
        <p:nvSpPr>
          <p:cNvPr id="6" name="Footer Placeholder 5">
            <a:extLst>
              <a:ext uri="{FF2B5EF4-FFF2-40B4-BE49-F238E27FC236}">
                <a16:creationId xmlns:a16="http://schemas.microsoft.com/office/drawing/2014/main" id="{7F85150B-9140-34EA-2ADF-9EAA89695C03}"/>
              </a:ext>
            </a:extLst>
          </p:cNvPr>
          <p:cNvSpPr>
            <a:spLocks noGrp="1"/>
          </p:cNvSpPr>
          <p:nvPr>
            <p:ph type="ftr" sz="quarter" idx="22"/>
          </p:nvPr>
        </p:nvSpPr>
        <p:spPr/>
        <p:txBody>
          <a:bodyPr/>
          <a:lstStyle/>
          <a:p>
            <a:r>
              <a:rPr lang="en-US"/>
              <a:t>Agentic Engineering in Practice</a:t>
            </a:r>
          </a:p>
        </p:txBody>
      </p:sp>
      <p:sp>
        <p:nvSpPr>
          <p:cNvPr id="7" name="Slide Number Placeholder 6">
            <a:extLst>
              <a:ext uri="{FF2B5EF4-FFF2-40B4-BE49-F238E27FC236}">
                <a16:creationId xmlns:a16="http://schemas.microsoft.com/office/drawing/2014/main" id="{7FD54EE5-2D08-B667-C905-0CC86581B0B8}"/>
              </a:ext>
            </a:extLst>
          </p:cNvPr>
          <p:cNvSpPr>
            <a:spLocks noGrp="1"/>
          </p:cNvSpPr>
          <p:nvPr>
            <p:ph type="sldNum" sz="quarter" idx="4"/>
          </p:nvPr>
        </p:nvSpPr>
        <p:spPr/>
        <p:txBody>
          <a:bodyPr/>
          <a:lstStyle/>
          <a:p>
            <a:fld id="{86CB4B4D-7CA3-9044-876B-883B54F8677D}" type="slidenum">
              <a:rPr lang="en-US" smtClean="0"/>
              <a:pPr/>
              <a:t>4</a:t>
            </a:fld>
            <a:endParaRPr lang="en-US"/>
          </a:p>
        </p:txBody>
      </p:sp>
      <p:sp>
        <p:nvSpPr>
          <p:cNvPr id="8" name="Text Placeholder 7">
            <a:extLst>
              <a:ext uri="{FF2B5EF4-FFF2-40B4-BE49-F238E27FC236}">
                <a16:creationId xmlns:a16="http://schemas.microsoft.com/office/drawing/2014/main" id="{CE3DB348-92A5-F8AF-CBB1-B71C0A5F6F39}"/>
              </a:ext>
            </a:extLst>
          </p:cNvPr>
          <p:cNvSpPr>
            <a:spLocks noGrp="1"/>
          </p:cNvSpPr>
          <p:nvPr>
            <p:ph type="body" sz="quarter" idx="12"/>
          </p:nvPr>
        </p:nvSpPr>
        <p:spPr/>
        <p:txBody>
          <a:bodyPr/>
          <a:lstStyle/>
          <a:p>
            <a:r>
              <a:rPr lang="en-US" sz="1800"/>
              <a:t>Module 3: Implementation</a:t>
            </a:r>
          </a:p>
          <a:p>
            <a:endParaRPr lang="en-US"/>
          </a:p>
          <a:p>
            <a:r>
              <a:rPr lang="en-US" i="1"/>
              <a:t>Hands-on activity: Spec-Driven Execution</a:t>
            </a:r>
          </a:p>
        </p:txBody>
      </p:sp>
      <p:sp>
        <p:nvSpPr>
          <p:cNvPr id="9" name="Text Placeholder 8">
            <a:extLst>
              <a:ext uri="{FF2B5EF4-FFF2-40B4-BE49-F238E27FC236}">
                <a16:creationId xmlns:a16="http://schemas.microsoft.com/office/drawing/2014/main" id="{7F201713-0B45-3373-E046-D539D4886F34}"/>
              </a:ext>
            </a:extLst>
          </p:cNvPr>
          <p:cNvSpPr>
            <a:spLocks noGrp="1"/>
          </p:cNvSpPr>
          <p:nvPr>
            <p:ph type="body" sz="quarter" idx="13"/>
          </p:nvPr>
        </p:nvSpPr>
        <p:spPr/>
        <p:txBody>
          <a:bodyPr/>
          <a:lstStyle/>
          <a:p>
            <a:r>
              <a:rPr lang="en-US" sz="1800"/>
              <a:t>Module 4: Verification</a:t>
            </a:r>
          </a:p>
          <a:p>
            <a:endParaRPr lang="en-US"/>
          </a:p>
          <a:p>
            <a:r>
              <a:rPr lang="en-US" i="1"/>
              <a:t>Hands-on activity: Review &amp; Risk Decision</a:t>
            </a:r>
          </a:p>
        </p:txBody>
      </p:sp>
    </p:spTree>
    <p:extLst>
      <p:ext uri="{BB962C8B-B14F-4D97-AF65-F5344CB8AC3E}">
        <p14:creationId xmlns:p14="http://schemas.microsoft.com/office/powerpoint/2010/main" val="2974669486"/>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7ECA487B-7B61-58EF-C3FA-A527004F2FD7}"/>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053CE179-7BF8-A460-6DE6-CE81C635168F}"/>
              </a:ext>
            </a:extLst>
          </p:cNvPr>
          <p:cNvSpPr>
            <a:spLocks noGrp="1"/>
          </p:cNvSpPr>
          <p:nvPr>
            <p:ph type="sldNum" sz="quarter" idx="4"/>
          </p:nvPr>
        </p:nvSpPr>
        <p:spPr/>
        <p:txBody>
          <a:bodyPr/>
          <a:lstStyle/>
          <a:p>
            <a:fld id="{86CB4B4D-7CA3-9044-876B-883B54F8677D}" type="slidenum">
              <a:rPr lang="en-US" smtClean="0"/>
              <a:pPr/>
              <a:t>5</a:t>
            </a:fld>
            <a:endParaRPr lang="en-US"/>
          </a:p>
        </p:txBody>
      </p:sp>
      <p:sp>
        <p:nvSpPr>
          <p:cNvPr id="4" name="Text Placeholder 3">
            <a:extLst>
              <a:ext uri="{FF2B5EF4-FFF2-40B4-BE49-F238E27FC236}">
                <a16:creationId xmlns:a16="http://schemas.microsoft.com/office/drawing/2014/main" id="{0857E317-D45C-187E-BCFE-AFA579BB8869}"/>
              </a:ext>
            </a:extLst>
          </p:cNvPr>
          <p:cNvSpPr>
            <a:spLocks noGrp="1"/>
          </p:cNvSpPr>
          <p:nvPr>
            <p:ph type="body" sz="quarter" idx="19"/>
          </p:nvPr>
        </p:nvSpPr>
        <p:spPr/>
        <p:txBody>
          <a:bodyPr/>
          <a:lstStyle/>
          <a:p>
            <a:r>
              <a:rPr lang="en-US"/>
              <a:t>Module 0: Get to Know Your Agentic Tool</a:t>
            </a:r>
          </a:p>
          <a:p>
            <a:endParaRPr lang="en-US"/>
          </a:p>
          <a:p>
            <a:r>
              <a:rPr lang="en-US"/>
              <a:t>Meet Bob.</a:t>
            </a:r>
          </a:p>
        </p:txBody>
      </p:sp>
      <p:pic>
        <p:nvPicPr>
          <p:cNvPr id="6" name="Graphic 5">
            <a:extLst>
              <a:ext uri="{FF2B5EF4-FFF2-40B4-BE49-F238E27FC236}">
                <a16:creationId xmlns:a16="http://schemas.microsoft.com/office/drawing/2014/main" id="{6A6841E0-72A3-B339-A0D7-04E25919371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13867" y="1679867"/>
            <a:ext cx="5178133" cy="5178133"/>
          </a:xfrm>
          <a:custGeom>
            <a:avLst/>
            <a:gdLst/>
            <a:ahLst/>
            <a:cxnLst/>
            <a:rect l="l" t="t" r="r" b="b"/>
            <a:pathLst>
              <a:path w="6094252" h="6857998">
                <a:moveTo>
                  <a:pt x="0" y="0"/>
                </a:moveTo>
                <a:lnTo>
                  <a:pt x="5898122" y="0"/>
                </a:lnTo>
                <a:cubicBezTo>
                  <a:pt x="6006442" y="0"/>
                  <a:pt x="6094252" y="87810"/>
                  <a:pt x="6094252" y="196130"/>
                </a:cubicBezTo>
                <a:lnTo>
                  <a:pt x="6094252" y="6661869"/>
                </a:lnTo>
                <a:cubicBezTo>
                  <a:pt x="6094252" y="6756649"/>
                  <a:pt x="6027023" y="6835726"/>
                  <a:pt x="5937649" y="6854015"/>
                </a:cubicBezTo>
                <a:lnTo>
                  <a:pt x="5898132" y="6857998"/>
                </a:lnTo>
                <a:lnTo>
                  <a:pt x="0" y="6857998"/>
                </a:lnTo>
                <a:close/>
              </a:path>
            </a:pathLst>
          </a:custGeom>
        </p:spPr>
      </p:pic>
    </p:spTree>
    <p:extLst>
      <p:ext uri="{BB962C8B-B14F-4D97-AF65-F5344CB8AC3E}">
        <p14:creationId xmlns:p14="http://schemas.microsoft.com/office/powerpoint/2010/main" val="2013771690"/>
      </p:ext>
    </p:extLst>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BF8D4DC9-7CC1-DAF5-FAE4-CA2C33DECD77}"/>
              </a:ext>
            </a:extLst>
          </p:cNvPr>
          <p:cNvSpPr>
            <a:spLocks noGrp="1"/>
          </p:cNvSpPr>
          <p:nvPr>
            <p:ph type="title"/>
          </p:nvPr>
        </p:nvSpPr>
        <p:spPr/>
        <p:txBody>
          <a:bodyPr/>
          <a:lstStyle/>
          <a:p>
            <a:r>
              <a:rPr lang="en-US" sz="3200"/>
              <a:t>Core functionality and features:</a:t>
            </a:r>
          </a:p>
        </p:txBody>
      </p:sp>
      <p:sp>
        <p:nvSpPr>
          <p:cNvPr id="25" name="Text Placeholder 24">
            <a:extLst>
              <a:ext uri="{FF2B5EF4-FFF2-40B4-BE49-F238E27FC236}">
                <a16:creationId xmlns:a16="http://schemas.microsoft.com/office/drawing/2014/main" id="{3A2953D0-59F3-7625-CB5D-B14BF5C193A7}"/>
              </a:ext>
            </a:extLst>
          </p:cNvPr>
          <p:cNvSpPr>
            <a:spLocks noGrp="1"/>
          </p:cNvSpPr>
          <p:nvPr>
            <p:ph type="body" sz="quarter" idx="12"/>
          </p:nvPr>
        </p:nvSpPr>
        <p:spPr/>
        <p:txBody>
          <a:bodyPr/>
          <a:lstStyle/>
          <a:p>
            <a:r>
              <a:rPr lang="en-US" sz="2400"/>
              <a:t>Custom instructions and system prompts </a:t>
            </a:r>
          </a:p>
          <a:p>
            <a:endParaRPr lang="en-US" sz="2400"/>
          </a:p>
        </p:txBody>
      </p:sp>
      <p:sp>
        <p:nvSpPr>
          <p:cNvPr id="26" name="Text Placeholder 25">
            <a:extLst>
              <a:ext uri="{FF2B5EF4-FFF2-40B4-BE49-F238E27FC236}">
                <a16:creationId xmlns:a16="http://schemas.microsoft.com/office/drawing/2014/main" id="{FD7C097A-3662-3B08-0615-2339267F2AD4}"/>
              </a:ext>
            </a:extLst>
          </p:cNvPr>
          <p:cNvSpPr>
            <a:spLocks noGrp="1"/>
          </p:cNvSpPr>
          <p:nvPr>
            <p:ph type="body" sz="quarter" idx="13"/>
          </p:nvPr>
        </p:nvSpPr>
        <p:spPr/>
        <p:txBody>
          <a:bodyPr/>
          <a:lstStyle/>
          <a:p>
            <a:r>
              <a:rPr lang="en-US" sz="2400"/>
              <a:t>Tool use &amp; MCP servers</a:t>
            </a:r>
          </a:p>
          <a:p>
            <a:endParaRPr lang="en-US" sz="2400"/>
          </a:p>
        </p:txBody>
      </p:sp>
      <p:sp>
        <p:nvSpPr>
          <p:cNvPr id="2" name="Footer Placeholder 1">
            <a:extLst>
              <a:ext uri="{FF2B5EF4-FFF2-40B4-BE49-F238E27FC236}">
                <a16:creationId xmlns:a16="http://schemas.microsoft.com/office/drawing/2014/main" id="{77C76F47-5784-5803-943D-984E8B43702E}"/>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A10D9409-ED9E-0C34-EA15-E38F312EAC2C}"/>
              </a:ext>
            </a:extLst>
          </p:cNvPr>
          <p:cNvSpPr>
            <a:spLocks noGrp="1"/>
          </p:cNvSpPr>
          <p:nvPr>
            <p:ph type="sldNum" sz="quarter" idx="4"/>
          </p:nvPr>
        </p:nvSpPr>
        <p:spPr>
          <a:xfrm>
            <a:off x="11819741" y="6452687"/>
            <a:ext cx="84959" cy="169277"/>
          </a:xfrm>
        </p:spPr>
        <p:txBody>
          <a:bodyPr/>
          <a:lstStyle/>
          <a:p>
            <a:fld id="{86CB4B4D-7CA3-9044-876B-883B54F8677D}" type="slidenum">
              <a:rPr lang="en-US" sz="1100" smtClean="0"/>
              <a:pPr/>
              <a:t>6</a:t>
            </a:fld>
            <a:endParaRPr lang="en-US" sz="1100"/>
          </a:p>
        </p:txBody>
      </p:sp>
      <p:sp>
        <p:nvSpPr>
          <p:cNvPr id="24" name="Text Placeholder 23">
            <a:extLst>
              <a:ext uri="{FF2B5EF4-FFF2-40B4-BE49-F238E27FC236}">
                <a16:creationId xmlns:a16="http://schemas.microsoft.com/office/drawing/2014/main" id="{42D46BAD-1119-2FA1-6382-B9AA86CAA4DE}"/>
              </a:ext>
            </a:extLst>
          </p:cNvPr>
          <p:cNvSpPr>
            <a:spLocks noGrp="1"/>
          </p:cNvSpPr>
          <p:nvPr>
            <p:ph type="body" sz="quarter" idx="11"/>
          </p:nvPr>
        </p:nvSpPr>
        <p:spPr/>
        <p:txBody>
          <a:bodyPr/>
          <a:lstStyle/>
          <a:p>
            <a:r>
              <a:rPr lang="en-US" sz="2400"/>
              <a:t>Context</a:t>
            </a:r>
          </a:p>
          <a:p>
            <a:endParaRPr lang="en-US" sz="2400"/>
          </a:p>
        </p:txBody>
      </p:sp>
      <p:sp>
        <p:nvSpPr>
          <p:cNvPr id="28" name="Text Placeholder 27">
            <a:extLst>
              <a:ext uri="{FF2B5EF4-FFF2-40B4-BE49-F238E27FC236}">
                <a16:creationId xmlns:a16="http://schemas.microsoft.com/office/drawing/2014/main" id="{FF662D42-6AF0-184B-FD09-E8CB12CDA486}"/>
              </a:ext>
            </a:extLst>
          </p:cNvPr>
          <p:cNvSpPr>
            <a:spLocks noGrp="1"/>
          </p:cNvSpPr>
          <p:nvPr>
            <p:ph type="body" sz="quarter" idx="19"/>
          </p:nvPr>
        </p:nvSpPr>
        <p:spPr/>
        <p:txBody>
          <a:bodyPr/>
          <a:lstStyle/>
          <a:p>
            <a:r>
              <a:rPr lang="en-US" sz="2400"/>
              <a:t>Memory</a:t>
            </a:r>
          </a:p>
        </p:txBody>
      </p:sp>
      <p:sp>
        <p:nvSpPr>
          <p:cNvPr id="29" name="Text Placeholder 28">
            <a:extLst>
              <a:ext uri="{FF2B5EF4-FFF2-40B4-BE49-F238E27FC236}">
                <a16:creationId xmlns:a16="http://schemas.microsoft.com/office/drawing/2014/main" id="{941FAE5B-9A49-EA9B-DDA6-AF81B22530D4}"/>
              </a:ext>
            </a:extLst>
          </p:cNvPr>
          <p:cNvSpPr>
            <a:spLocks noGrp="1"/>
          </p:cNvSpPr>
          <p:nvPr>
            <p:ph type="body" sz="quarter" idx="20"/>
          </p:nvPr>
        </p:nvSpPr>
        <p:spPr/>
        <p:txBody>
          <a:bodyPr/>
          <a:lstStyle/>
          <a:p>
            <a:r>
              <a:rPr lang="en-US" sz="2400"/>
              <a:t>Execution environments </a:t>
            </a:r>
          </a:p>
          <a:p>
            <a:endParaRPr lang="en-US" sz="2400"/>
          </a:p>
        </p:txBody>
      </p:sp>
      <p:sp>
        <p:nvSpPr>
          <p:cNvPr id="27" name="Text Placeholder 26">
            <a:extLst>
              <a:ext uri="{FF2B5EF4-FFF2-40B4-BE49-F238E27FC236}">
                <a16:creationId xmlns:a16="http://schemas.microsoft.com/office/drawing/2014/main" id="{423A9BC3-8F0F-ABC1-ECC5-FE17BEA51DF5}"/>
              </a:ext>
            </a:extLst>
          </p:cNvPr>
          <p:cNvSpPr>
            <a:spLocks noGrp="1"/>
          </p:cNvSpPr>
          <p:nvPr>
            <p:ph type="body" sz="quarter" idx="14"/>
          </p:nvPr>
        </p:nvSpPr>
        <p:spPr/>
        <p:txBody>
          <a:bodyPr/>
          <a:lstStyle/>
          <a:p>
            <a:r>
              <a:rPr lang="en-US" sz="2400"/>
              <a:t>Permissions</a:t>
            </a:r>
          </a:p>
          <a:p>
            <a:endParaRPr lang="en-US" sz="2400"/>
          </a:p>
        </p:txBody>
      </p:sp>
      <p:sp>
        <p:nvSpPr>
          <p:cNvPr id="5" name="Title 22">
            <a:extLst>
              <a:ext uri="{FF2B5EF4-FFF2-40B4-BE49-F238E27FC236}">
                <a16:creationId xmlns:a16="http://schemas.microsoft.com/office/drawing/2014/main" id="{60E9CCD6-BDEE-1DBD-92B1-73D48E879645}"/>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0: Get to Know Your Agentic Tool</a:t>
            </a:r>
          </a:p>
        </p:txBody>
      </p:sp>
    </p:spTree>
    <p:extLst>
      <p:ext uri="{BB962C8B-B14F-4D97-AF65-F5344CB8AC3E}">
        <p14:creationId xmlns:p14="http://schemas.microsoft.com/office/powerpoint/2010/main" val="3829395670"/>
      </p:ext>
    </p:extLst>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DD6285-F303-2C6E-4864-3FC76D88F825}"/>
              </a:ext>
            </a:extLst>
          </p:cNvPr>
          <p:cNvSpPr>
            <a:spLocks noGrp="1"/>
          </p:cNvSpPr>
          <p:nvPr>
            <p:ph type="title"/>
          </p:nvPr>
        </p:nvSpPr>
        <p:spPr/>
        <p:txBody>
          <a:bodyPr/>
          <a:lstStyle/>
          <a:p>
            <a:r>
              <a:rPr lang="en-US"/>
              <a:t>Bob modes</a:t>
            </a:r>
          </a:p>
        </p:txBody>
      </p:sp>
      <p:sp>
        <p:nvSpPr>
          <p:cNvPr id="3" name="Text Placeholder 2">
            <a:extLst>
              <a:ext uri="{FF2B5EF4-FFF2-40B4-BE49-F238E27FC236}">
                <a16:creationId xmlns:a16="http://schemas.microsoft.com/office/drawing/2014/main" id="{2DBE95D1-9E52-7E4B-9726-8E307456DF8E}"/>
              </a:ext>
            </a:extLst>
          </p:cNvPr>
          <p:cNvSpPr>
            <a:spLocks noGrp="1"/>
          </p:cNvSpPr>
          <p:nvPr>
            <p:ph type="body" sz="quarter" idx="10"/>
          </p:nvPr>
        </p:nvSpPr>
        <p:spPr/>
        <p:txBody>
          <a:bodyPr/>
          <a:lstStyle/>
          <a:p>
            <a:r>
              <a:rPr lang="en-US" dirty="0"/>
              <a:t>Agent</a:t>
            </a:r>
          </a:p>
          <a:p>
            <a:r>
              <a:rPr lang="en-US" dirty="0"/>
              <a:t>Plan</a:t>
            </a:r>
          </a:p>
          <a:p>
            <a:r>
              <a:rPr lang="en-US" dirty="0"/>
              <a:t>Ask</a:t>
            </a:r>
          </a:p>
        </p:txBody>
      </p:sp>
      <p:sp>
        <p:nvSpPr>
          <p:cNvPr id="4" name="Footer Placeholder 3">
            <a:extLst>
              <a:ext uri="{FF2B5EF4-FFF2-40B4-BE49-F238E27FC236}">
                <a16:creationId xmlns:a16="http://schemas.microsoft.com/office/drawing/2014/main" id="{8F83FD33-E770-FABB-1EE5-ED2798373DE4}"/>
              </a:ext>
            </a:extLst>
          </p:cNvPr>
          <p:cNvSpPr>
            <a:spLocks noGrp="1"/>
          </p:cNvSpPr>
          <p:nvPr>
            <p:ph type="ftr" sz="quarter" idx="18"/>
          </p:nvPr>
        </p:nvSpPr>
        <p:spPr/>
        <p:txBody>
          <a:bodyPr/>
          <a:lstStyle/>
          <a:p>
            <a:r>
              <a:rPr lang="en-US"/>
              <a:t>Agentic Engineering in Practice</a:t>
            </a:r>
          </a:p>
        </p:txBody>
      </p:sp>
      <p:sp>
        <p:nvSpPr>
          <p:cNvPr id="5" name="Slide Number Placeholder 4">
            <a:extLst>
              <a:ext uri="{FF2B5EF4-FFF2-40B4-BE49-F238E27FC236}">
                <a16:creationId xmlns:a16="http://schemas.microsoft.com/office/drawing/2014/main" id="{885D70C9-55F3-6CCB-9830-99D0F3D47C5F}"/>
              </a:ext>
            </a:extLst>
          </p:cNvPr>
          <p:cNvSpPr>
            <a:spLocks noGrp="1"/>
          </p:cNvSpPr>
          <p:nvPr>
            <p:ph type="sldNum" sz="quarter" idx="4"/>
          </p:nvPr>
        </p:nvSpPr>
        <p:spPr/>
        <p:txBody>
          <a:bodyPr/>
          <a:lstStyle/>
          <a:p>
            <a:fld id="{86CB4B4D-7CA3-9044-876B-883B54F8677D}" type="slidenum">
              <a:rPr lang="en-US" smtClean="0"/>
              <a:pPr/>
              <a:t>7</a:t>
            </a:fld>
            <a:endParaRPr lang="en-US"/>
          </a:p>
        </p:txBody>
      </p:sp>
      <p:sp>
        <p:nvSpPr>
          <p:cNvPr id="8" name="Title 22">
            <a:extLst>
              <a:ext uri="{FF2B5EF4-FFF2-40B4-BE49-F238E27FC236}">
                <a16:creationId xmlns:a16="http://schemas.microsoft.com/office/drawing/2014/main" id="{C3C62579-CD1B-760F-1640-A7D3EE616162}"/>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0: Get to Know Your Agentic Tool</a:t>
            </a:r>
          </a:p>
        </p:txBody>
      </p:sp>
    </p:spTree>
    <p:extLst>
      <p:ext uri="{BB962C8B-B14F-4D97-AF65-F5344CB8AC3E}">
        <p14:creationId xmlns:p14="http://schemas.microsoft.com/office/powerpoint/2010/main" val="108709182"/>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5354B7-E063-8A22-A041-07EBAB8FE207}"/>
              </a:ext>
            </a:extLst>
          </p:cNvPr>
          <p:cNvSpPr>
            <a:spLocks noGrp="1"/>
          </p:cNvSpPr>
          <p:nvPr>
            <p:ph type="title"/>
          </p:nvPr>
        </p:nvSpPr>
        <p:spPr/>
        <p:txBody>
          <a:bodyPr/>
          <a:lstStyle/>
          <a:p>
            <a:r>
              <a:rPr lang="en-US">
                <a:latin typeface="+mj-lt"/>
              </a:rPr>
              <a:t>Activity: Using your Agent, and Mode Switching </a:t>
            </a:r>
          </a:p>
        </p:txBody>
      </p:sp>
      <p:sp>
        <p:nvSpPr>
          <p:cNvPr id="3" name="Footer Placeholder 2">
            <a:extLst>
              <a:ext uri="{FF2B5EF4-FFF2-40B4-BE49-F238E27FC236}">
                <a16:creationId xmlns:a16="http://schemas.microsoft.com/office/drawing/2014/main" id="{0FE314D1-0946-B8DA-C890-775B8C7BA3B6}"/>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18FB72D9-167D-52FE-384E-5B19BB531C6F}"/>
              </a:ext>
            </a:extLst>
          </p:cNvPr>
          <p:cNvSpPr>
            <a:spLocks noGrp="1"/>
          </p:cNvSpPr>
          <p:nvPr>
            <p:ph type="sldNum" sz="quarter" idx="4"/>
          </p:nvPr>
        </p:nvSpPr>
        <p:spPr/>
        <p:txBody>
          <a:bodyPr/>
          <a:lstStyle/>
          <a:p>
            <a:fld id="{86CB4B4D-7CA3-9044-876B-883B54F8677D}" type="slidenum">
              <a:rPr lang="en-US" smtClean="0"/>
              <a:pPr/>
              <a:t>8</a:t>
            </a:fld>
            <a:endParaRPr lang="en-US"/>
          </a:p>
        </p:txBody>
      </p:sp>
      <p:sp>
        <p:nvSpPr>
          <p:cNvPr id="5" name="Title 22">
            <a:extLst>
              <a:ext uri="{FF2B5EF4-FFF2-40B4-BE49-F238E27FC236}">
                <a16:creationId xmlns:a16="http://schemas.microsoft.com/office/drawing/2014/main" id="{B72ACD99-01FA-22B9-7E56-54340DD03533}"/>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0: Get to Know Your Agentic Tool</a:t>
            </a:r>
          </a:p>
        </p:txBody>
      </p:sp>
    </p:spTree>
    <p:extLst>
      <p:ext uri="{BB962C8B-B14F-4D97-AF65-F5344CB8AC3E}">
        <p14:creationId xmlns:p14="http://schemas.microsoft.com/office/powerpoint/2010/main" val="869982319"/>
      </p:ext>
    </p:extLst>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3E2ECD-D6B6-A82A-9A6A-58DFF3F6DEBA}"/>
              </a:ext>
            </a:extLst>
          </p:cNvPr>
          <p:cNvSpPr>
            <a:spLocks noGrp="1"/>
          </p:cNvSpPr>
          <p:nvPr>
            <p:ph type="title"/>
          </p:nvPr>
        </p:nvSpPr>
        <p:spPr/>
        <p:txBody>
          <a:bodyPr/>
          <a:lstStyle/>
          <a:p>
            <a:r>
              <a:rPr lang="en-US"/>
              <a:t>Introduction to Agentic Engineering</a:t>
            </a:r>
          </a:p>
        </p:txBody>
      </p:sp>
      <p:sp>
        <p:nvSpPr>
          <p:cNvPr id="3" name="Footer Placeholder 2">
            <a:extLst>
              <a:ext uri="{FF2B5EF4-FFF2-40B4-BE49-F238E27FC236}">
                <a16:creationId xmlns:a16="http://schemas.microsoft.com/office/drawing/2014/main" id="{B6958D77-E539-B41A-CC80-6A2A881876B8}"/>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610D70A2-4574-1695-9CB7-F70E84E5A768}"/>
              </a:ext>
            </a:extLst>
          </p:cNvPr>
          <p:cNvSpPr>
            <a:spLocks noGrp="1"/>
          </p:cNvSpPr>
          <p:nvPr>
            <p:ph type="sldNum" sz="quarter" idx="4"/>
          </p:nvPr>
        </p:nvSpPr>
        <p:spPr/>
        <p:txBody>
          <a:bodyPr/>
          <a:lstStyle/>
          <a:p>
            <a:fld id="{86CB4B4D-7CA3-9044-876B-883B54F8677D}" type="slidenum">
              <a:rPr lang="en-US" smtClean="0"/>
              <a:pPr/>
              <a:t>9</a:t>
            </a:fld>
            <a:endParaRPr lang="en-US"/>
          </a:p>
        </p:txBody>
      </p:sp>
    </p:spTree>
    <p:extLst>
      <p:ext uri="{BB962C8B-B14F-4D97-AF65-F5344CB8AC3E}">
        <p14:creationId xmlns:p14="http://schemas.microsoft.com/office/powerpoint/2010/main" val="1048279519"/>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DDD52C93-3349-404C-AC6A-545D88AFA05A}"/>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DC6F59D6-E7A5-2DC3-C02F-F57D62E9A626}"/>
              </a:ext>
            </a:extLst>
          </p:cNvPr>
          <p:cNvSpPr>
            <a:spLocks noGrp="1"/>
          </p:cNvSpPr>
          <p:nvPr>
            <p:ph type="sldNum" sz="quarter" idx="4"/>
          </p:nvPr>
        </p:nvSpPr>
        <p:spPr/>
        <p:txBody>
          <a:bodyPr/>
          <a:lstStyle/>
          <a:p>
            <a:fld id="{86CB4B4D-7CA3-9044-876B-883B54F8677D}" type="slidenum">
              <a:rPr lang="en-US" smtClean="0"/>
              <a:pPr/>
              <a:t>10</a:t>
            </a:fld>
            <a:endParaRPr lang="en-US"/>
          </a:p>
        </p:txBody>
      </p:sp>
      <p:sp>
        <p:nvSpPr>
          <p:cNvPr id="5" name="Round Same Side Corner Rectangle 4">
            <a:extLst>
              <a:ext uri="{FF2B5EF4-FFF2-40B4-BE49-F238E27FC236}">
                <a16:creationId xmlns:a16="http://schemas.microsoft.com/office/drawing/2014/main" id="{9F35E96F-C5A9-E1B8-4307-3E00DC71BC5C}"/>
              </a:ext>
            </a:extLst>
          </p:cNvPr>
          <p:cNvSpPr/>
          <p:nvPr/>
        </p:nvSpPr>
        <p:spPr bwMode="auto">
          <a:xfrm rot="16200000">
            <a:off x="2235757" y="1978686"/>
            <a:ext cx="344996" cy="2900627"/>
          </a:xfrm>
          <a:prstGeom prst="round2SameRect">
            <a:avLst/>
          </a:prstGeom>
          <a:solidFill>
            <a:schemeClr val="accent2"/>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 name="Round Same Side Corner Rectangle 5">
            <a:extLst>
              <a:ext uri="{FF2B5EF4-FFF2-40B4-BE49-F238E27FC236}">
                <a16:creationId xmlns:a16="http://schemas.microsoft.com/office/drawing/2014/main" id="{3CB5B947-3E9D-0D42-0866-E2212B8F01DD}"/>
              </a:ext>
            </a:extLst>
          </p:cNvPr>
          <p:cNvSpPr/>
          <p:nvPr/>
        </p:nvSpPr>
        <p:spPr bwMode="auto">
          <a:xfrm rot="5400000">
            <a:off x="9611247" y="1978686"/>
            <a:ext cx="344996" cy="2900627"/>
          </a:xfrm>
          <a:prstGeom prst="round2SameRect">
            <a:avLst/>
          </a:prstGeom>
          <a:solidFill>
            <a:schemeClr val="accent6"/>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ectangle 6">
            <a:extLst>
              <a:ext uri="{FF2B5EF4-FFF2-40B4-BE49-F238E27FC236}">
                <a16:creationId xmlns:a16="http://schemas.microsoft.com/office/drawing/2014/main" id="{4EFAF03B-2531-B4F3-1FD8-9318246866A5}"/>
              </a:ext>
            </a:extLst>
          </p:cNvPr>
          <p:cNvSpPr/>
          <p:nvPr/>
        </p:nvSpPr>
        <p:spPr bwMode="auto">
          <a:xfrm>
            <a:off x="3858569" y="3256501"/>
            <a:ext cx="4474862" cy="344997"/>
          </a:xfrm>
          <a:prstGeom prst="rect">
            <a:avLst/>
          </a:prstGeom>
          <a:solidFill>
            <a:srgbClr val="3DDBD9"/>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11" name="TextBox 10">
            <a:extLst>
              <a:ext uri="{FF2B5EF4-FFF2-40B4-BE49-F238E27FC236}">
                <a16:creationId xmlns:a16="http://schemas.microsoft.com/office/drawing/2014/main" id="{061FC244-9B76-7E0A-4D9B-A47FA021FF0F}"/>
              </a:ext>
            </a:extLst>
          </p:cNvPr>
          <p:cNvSpPr txBox="1"/>
          <p:nvPr/>
        </p:nvSpPr>
        <p:spPr>
          <a:xfrm>
            <a:off x="1825451" y="2805164"/>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Plan</a:t>
            </a:r>
          </a:p>
        </p:txBody>
      </p:sp>
      <p:sp>
        <p:nvSpPr>
          <p:cNvPr id="12" name="TextBox 11">
            <a:extLst>
              <a:ext uri="{FF2B5EF4-FFF2-40B4-BE49-F238E27FC236}">
                <a16:creationId xmlns:a16="http://schemas.microsoft.com/office/drawing/2014/main" id="{68282D80-9127-A340-11CE-9F0E34998A71}"/>
              </a:ext>
            </a:extLst>
          </p:cNvPr>
          <p:cNvSpPr txBox="1"/>
          <p:nvPr/>
        </p:nvSpPr>
        <p:spPr>
          <a:xfrm>
            <a:off x="5513195" y="2805165"/>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Build</a:t>
            </a:r>
          </a:p>
        </p:txBody>
      </p:sp>
      <p:sp>
        <p:nvSpPr>
          <p:cNvPr id="13" name="TextBox 12">
            <a:extLst>
              <a:ext uri="{FF2B5EF4-FFF2-40B4-BE49-F238E27FC236}">
                <a16:creationId xmlns:a16="http://schemas.microsoft.com/office/drawing/2014/main" id="{6FF75987-B674-8405-B897-E15BB2D265DE}"/>
              </a:ext>
            </a:extLst>
          </p:cNvPr>
          <p:cNvSpPr txBox="1"/>
          <p:nvPr/>
        </p:nvSpPr>
        <p:spPr>
          <a:xfrm>
            <a:off x="9200940" y="2805165"/>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Review</a:t>
            </a:r>
          </a:p>
        </p:txBody>
      </p:sp>
      <p:sp>
        <p:nvSpPr>
          <p:cNvPr id="14" name="Title 22">
            <a:extLst>
              <a:ext uri="{FF2B5EF4-FFF2-40B4-BE49-F238E27FC236}">
                <a16:creationId xmlns:a16="http://schemas.microsoft.com/office/drawing/2014/main" id="{3CA0018E-7BA4-3B9A-4384-6D66D133B52D}"/>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2515449787"/>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3AFE0-7168-7461-44FF-7345FF2AC25D}"/>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21873D3-4397-BA98-41E1-CAE433692FDE}"/>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E9DBCDB8-7289-36C9-24F6-B177745A3DB1}"/>
              </a:ext>
            </a:extLst>
          </p:cNvPr>
          <p:cNvSpPr>
            <a:spLocks noGrp="1"/>
          </p:cNvSpPr>
          <p:nvPr>
            <p:ph type="sldNum" sz="quarter" idx="4"/>
          </p:nvPr>
        </p:nvSpPr>
        <p:spPr/>
        <p:txBody>
          <a:bodyPr/>
          <a:lstStyle/>
          <a:p>
            <a:fld id="{86CB4B4D-7CA3-9044-876B-883B54F8677D}" type="slidenum">
              <a:rPr lang="en-US" smtClean="0"/>
              <a:pPr/>
              <a:t>11</a:t>
            </a:fld>
            <a:endParaRPr lang="en-US"/>
          </a:p>
        </p:txBody>
      </p:sp>
      <p:sp>
        <p:nvSpPr>
          <p:cNvPr id="5" name="Round Same Side Corner Rectangle 4">
            <a:extLst>
              <a:ext uri="{FF2B5EF4-FFF2-40B4-BE49-F238E27FC236}">
                <a16:creationId xmlns:a16="http://schemas.microsoft.com/office/drawing/2014/main" id="{8E4F4C1E-B91D-CDEF-D64F-2C192F78B574}"/>
              </a:ext>
            </a:extLst>
          </p:cNvPr>
          <p:cNvSpPr/>
          <p:nvPr/>
        </p:nvSpPr>
        <p:spPr bwMode="auto">
          <a:xfrm rot="16200000">
            <a:off x="2235757" y="1978686"/>
            <a:ext cx="344996" cy="2900627"/>
          </a:xfrm>
          <a:prstGeom prst="round2SameRect">
            <a:avLst/>
          </a:prstGeom>
          <a:solidFill>
            <a:schemeClr val="accent2"/>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 name="Round Same Side Corner Rectangle 5">
            <a:extLst>
              <a:ext uri="{FF2B5EF4-FFF2-40B4-BE49-F238E27FC236}">
                <a16:creationId xmlns:a16="http://schemas.microsoft.com/office/drawing/2014/main" id="{9D4836D7-CC59-C968-7C32-004448958E87}"/>
              </a:ext>
            </a:extLst>
          </p:cNvPr>
          <p:cNvSpPr/>
          <p:nvPr/>
        </p:nvSpPr>
        <p:spPr bwMode="auto">
          <a:xfrm rot="5400000">
            <a:off x="9611247" y="1978686"/>
            <a:ext cx="344996" cy="2900627"/>
          </a:xfrm>
          <a:prstGeom prst="round2SameRect">
            <a:avLst/>
          </a:prstGeom>
          <a:solidFill>
            <a:schemeClr val="accent6"/>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ectangle 6">
            <a:extLst>
              <a:ext uri="{FF2B5EF4-FFF2-40B4-BE49-F238E27FC236}">
                <a16:creationId xmlns:a16="http://schemas.microsoft.com/office/drawing/2014/main" id="{38D6A7E5-0C04-51AF-B423-1DF8523785B1}"/>
              </a:ext>
            </a:extLst>
          </p:cNvPr>
          <p:cNvSpPr/>
          <p:nvPr/>
        </p:nvSpPr>
        <p:spPr bwMode="auto">
          <a:xfrm>
            <a:off x="5722537" y="3256501"/>
            <a:ext cx="746925" cy="344997"/>
          </a:xfrm>
          <a:prstGeom prst="rect">
            <a:avLst/>
          </a:prstGeom>
          <a:solidFill>
            <a:srgbClr val="3DDBD9"/>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11" name="TextBox 10">
            <a:extLst>
              <a:ext uri="{FF2B5EF4-FFF2-40B4-BE49-F238E27FC236}">
                <a16:creationId xmlns:a16="http://schemas.microsoft.com/office/drawing/2014/main" id="{D9A8838F-CB10-1934-0351-F9CB1FA26E93}"/>
              </a:ext>
            </a:extLst>
          </p:cNvPr>
          <p:cNvSpPr txBox="1"/>
          <p:nvPr/>
        </p:nvSpPr>
        <p:spPr>
          <a:xfrm>
            <a:off x="1825451" y="2805164"/>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Plan</a:t>
            </a:r>
          </a:p>
        </p:txBody>
      </p:sp>
      <p:sp>
        <p:nvSpPr>
          <p:cNvPr id="12" name="TextBox 11">
            <a:extLst>
              <a:ext uri="{FF2B5EF4-FFF2-40B4-BE49-F238E27FC236}">
                <a16:creationId xmlns:a16="http://schemas.microsoft.com/office/drawing/2014/main" id="{7245F5AC-18F8-87B0-66EE-87EE4B421E69}"/>
              </a:ext>
            </a:extLst>
          </p:cNvPr>
          <p:cNvSpPr txBox="1"/>
          <p:nvPr/>
        </p:nvSpPr>
        <p:spPr>
          <a:xfrm>
            <a:off x="5513195" y="2805165"/>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Build</a:t>
            </a:r>
          </a:p>
        </p:txBody>
      </p:sp>
      <p:sp>
        <p:nvSpPr>
          <p:cNvPr id="13" name="TextBox 12">
            <a:extLst>
              <a:ext uri="{FF2B5EF4-FFF2-40B4-BE49-F238E27FC236}">
                <a16:creationId xmlns:a16="http://schemas.microsoft.com/office/drawing/2014/main" id="{37F304DA-4295-A654-FB8C-3A0C1AA50AFB}"/>
              </a:ext>
            </a:extLst>
          </p:cNvPr>
          <p:cNvSpPr txBox="1"/>
          <p:nvPr/>
        </p:nvSpPr>
        <p:spPr>
          <a:xfrm>
            <a:off x="9200940" y="2805165"/>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Review</a:t>
            </a:r>
          </a:p>
        </p:txBody>
      </p:sp>
      <p:sp>
        <p:nvSpPr>
          <p:cNvPr id="2" name="Title 22">
            <a:extLst>
              <a:ext uri="{FF2B5EF4-FFF2-40B4-BE49-F238E27FC236}">
                <a16:creationId xmlns:a16="http://schemas.microsoft.com/office/drawing/2014/main" id="{7626A58E-8765-125D-552E-B889086EDED0}"/>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999343379"/>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79B3DC-3B64-5C26-79B5-8083F7C142C7}"/>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1F13D56-E037-9FF0-8D7D-B312F74701A7}"/>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23F1AFEA-A814-E490-9A53-6B04FC7AA2DC}"/>
              </a:ext>
            </a:extLst>
          </p:cNvPr>
          <p:cNvSpPr>
            <a:spLocks noGrp="1"/>
          </p:cNvSpPr>
          <p:nvPr>
            <p:ph type="sldNum" sz="quarter" idx="4"/>
          </p:nvPr>
        </p:nvSpPr>
        <p:spPr/>
        <p:txBody>
          <a:bodyPr/>
          <a:lstStyle/>
          <a:p>
            <a:fld id="{86CB4B4D-7CA3-9044-876B-883B54F8677D}" type="slidenum">
              <a:rPr lang="en-US" smtClean="0"/>
              <a:pPr/>
              <a:t>12</a:t>
            </a:fld>
            <a:endParaRPr lang="en-US"/>
          </a:p>
        </p:txBody>
      </p:sp>
      <p:sp>
        <p:nvSpPr>
          <p:cNvPr id="5" name="Round Same Side Corner Rectangle 4">
            <a:extLst>
              <a:ext uri="{FF2B5EF4-FFF2-40B4-BE49-F238E27FC236}">
                <a16:creationId xmlns:a16="http://schemas.microsoft.com/office/drawing/2014/main" id="{A2DE4AC8-6776-E784-96E0-AE6F01F7954E}"/>
              </a:ext>
            </a:extLst>
          </p:cNvPr>
          <p:cNvSpPr/>
          <p:nvPr/>
        </p:nvSpPr>
        <p:spPr bwMode="auto">
          <a:xfrm rot="16200000">
            <a:off x="2235757" y="3140151"/>
            <a:ext cx="344996" cy="577698"/>
          </a:xfrm>
          <a:prstGeom prst="round2SameRect">
            <a:avLst/>
          </a:prstGeom>
          <a:solidFill>
            <a:schemeClr val="accent2"/>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 name="Round Same Side Corner Rectangle 5">
            <a:extLst>
              <a:ext uri="{FF2B5EF4-FFF2-40B4-BE49-F238E27FC236}">
                <a16:creationId xmlns:a16="http://schemas.microsoft.com/office/drawing/2014/main" id="{7392EC22-327A-2117-6022-F91A31EE8085}"/>
              </a:ext>
            </a:extLst>
          </p:cNvPr>
          <p:cNvSpPr/>
          <p:nvPr/>
        </p:nvSpPr>
        <p:spPr bwMode="auto">
          <a:xfrm rot="5400000">
            <a:off x="9611247" y="1978686"/>
            <a:ext cx="344996" cy="2900627"/>
          </a:xfrm>
          <a:prstGeom prst="round2SameRect">
            <a:avLst/>
          </a:prstGeom>
          <a:solidFill>
            <a:schemeClr val="accent6"/>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ectangle 6">
            <a:extLst>
              <a:ext uri="{FF2B5EF4-FFF2-40B4-BE49-F238E27FC236}">
                <a16:creationId xmlns:a16="http://schemas.microsoft.com/office/drawing/2014/main" id="{52CD08CA-F92C-AC24-FF1F-DA306E9562BA}"/>
              </a:ext>
            </a:extLst>
          </p:cNvPr>
          <p:cNvSpPr/>
          <p:nvPr/>
        </p:nvSpPr>
        <p:spPr bwMode="auto">
          <a:xfrm>
            <a:off x="5722537" y="3256501"/>
            <a:ext cx="746925" cy="344997"/>
          </a:xfrm>
          <a:prstGeom prst="rect">
            <a:avLst/>
          </a:prstGeom>
          <a:solidFill>
            <a:srgbClr val="3DDBD9"/>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11" name="TextBox 10">
            <a:extLst>
              <a:ext uri="{FF2B5EF4-FFF2-40B4-BE49-F238E27FC236}">
                <a16:creationId xmlns:a16="http://schemas.microsoft.com/office/drawing/2014/main" id="{D7740979-E29C-A59E-2186-CBC9A02BBF95}"/>
              </a:ext>
            </a:extLst>
          </p:cNvPr>
          <p:cNvSpPr txBox="1"/>
          <p:nvPr/>
        </p:nvSpPr>
        <p:spPr>
          <a:xfrm>
            <a:off x="1825451" y="2805164"/>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Plan</a:t>
            </a:r>
          </a:p>
        </p:txBody>
      </p:sp>
      <p:sp>
        <p:nvSpPr>
          <p:cNvPr id="12" name="TextBox 11">
            <a:extLst>
              <a:ext uri="{FF2B5EF4-FFF2-40B4-BE49-F238E27FC236}">
                <a16:creationId xmlns:a16="http://schemas.microsoft.com/office/drawing/2014/main" id="{55634FFF-BC45-588B-BE69-0BCE7664EDCB}"/>
              </a:ext>
            </a:extLst>
          </p:cNvPr>
          <p:cNvSpPr txBox="1"/>
          <p:nvPr/>
        </p:nvSpPr>
        <p:spPr>
          <a:xfrm>
            <a:off x="5513195" y="2805165"/>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Build</a:t>
            </a:r>
          </a:p>
        </p:txBody>
      </p:sp>
      <p:sp>
        <p:nvSpPr>
          <p:cNvPr id="13" name="TextBox 12">
            <a:extLst>
              <a:ext uri="{FF2B5EF4-FFF2-40B4-BE49-F238E27FC236}">
                <a16:creationId xmlns:a16="http://schemas.microsoft.com/office/drawing/2014/main" id="{37903717-C7C9-4183-8BF7-BB15D29C891A}"/>
              </a:ext>
            </a:extLst>
          </p:cNvPr>
          <p:cNvSpPr txBox="1"/>
          <p:nvPr/>
        </p:nvSpPr>
        <p:spPr>
          <a:xfrm>
            <a:off x="9200940" y="2805165"/>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Review</a:t>
            </a:r>
          </a:p>
        </p:txBody>
      </p:sp>
      <p:sp>
        <p:nvSpPr>
          <p:cNvPr id="2" name="Title 22">
            <a:extLst>
              <a:ext uri="{FF2B5EF4-FFF2-40B4-BE49-F238E27FC236}">
                <a16:creationId xmlns:a16="http://schemas.microsoft.com/office/drawing/2014/main" id="{5FF4C8EB-1516-1301-BB5D-4C367114A8B7}"/>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3660018245"/>
      </p:ext>
    </p:extLst>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EA8E13-C62D-5504-3DCE-83AF3A9CACB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8A716FD3-A6C0-9E5B-70EC-6CE3FCA15FD9}"/>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55EF78D1-CC69-9F0F-4952-AC47214E3BD0}"/>
              </a:ext>
            </a:extLst>
          </p:cNvPr>
          <p:cNvSpPr>
            <a:spLocks noGrp="1"/>
          </p:cNvSpPr>
          <p:nvPr>
            <p:ph type="sldNum" sz="quarter" idx="4"/>
          </p:nvPr>
        </p:nvSpPr>
        <p:spPr/>
        <p:txBody>
          <a:bodyPr/>
          <a:lstStyle/>
          <a:p>
            <a:fld id="{86CB4B4D-7CA3-9044-876B-883B54F8677D}" type="slidenum">
              <a:rPr lang="en-US" smtClean="0"/>
              <a:pPr/>
              <a:t>13</a:t>
            </a:fld>
            <a:endParaRPr lang="en-US"/>
          </a:p>
        </p:txBody>
      </p:sp>
      <p:sp>
        <p:nvSpPr>
          <p:cNvPr id="5" name="Round Same Side Corner Rectangle 4">
            <a:extLst>
              <a:ext uri="{FF2B5EF4-FFF2-40B4-BE49-F238E27FC236}">
                <a16:creationId xmlns:a16="http://schemas.microsoft.com/office/drawing/2014/main" id="{16F08362-C1B1-88FE-4224-3E507EA5CF3C}"/>
              </a:ext>
            </a:extLst>
          </p:cNvPr>
          <p:cNvSpPr/>
          <p:nvPr/>
        </p:nvSpPr>
        <p:spPr bwMode="auto">
          <a:xfrm rot="16200000">
            <a:off x="2235757" y="3140151"/>
            <a:ext cx="344996" cy="577698"/>
          </a:xfrm>
          <a:prstGeom prst="round2SameRect">
            <a:avLst/>
          </a:prstGeom>
          <a:solidFill>
            <a:schemeClr val="accent2"/>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 name="Round Same Side Corner Rectangle 5">
            <a:extLst>
              <a:ext uri="{FF2B5EF4-FFF2-40B4-BE49-F238E27FC236}">
                <a16:creationId xmlns:a16="http://schemas.microsoft.com/office/drawing/2014/main" id="{D99E32E2-4595-49A8-F566-D7252265B892}"/>
              </a:ext>
            </a:extLst>
          </p:cNvPr>
          <p:cNvSpPr/>
          <p:nvPr/>
        </p:nvSpPr>
        <p:spPr bwMode="auto">
          <a:xfrm rot="5400000">
            <a:off x="7714181" y="-1013653"/>
            <a:ext cx="344996" cy="8885301"/>
          </a:xfrm>
          <a:prstGeom prst="round2SameRect">
            <a:avLst/>
          </a:prstGeom>
          <a:solidFill>
            <a:schemeClr val="accent6"/>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ectangle 6">
            <a:extLst>
              <a:ext uri="{FF2B5EF4-FFF2-40B4-BE49-F238E27FC236}">
                <a16:creationId xmlns:a16="http://schemas.microsoft.com/office/drawing/2014/main" id="{4F5813F8-023E-D5EC-8A3A-2F98F32E0895}"/>
              </a:ext>
            </a:extLst>
          </p:cNvPr>
          <p:cNvSpPr/>
          <p:nvPr/>
        </p:nvSpPr>
        <p:spPr bwMode="auto">
          <a:xfrm>
            <a:off x="2697104" y="3256499"/>
            <a:ext cx="746925" cy="344997"/>
          </a:xfrm>
          <a:prstGeom prst="rect">
            <a:avLst/>
          </a:prstGeom>
          <a:solidFill>
            <a:srgbClr val="3DDBD9"/>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11" name="TextBox 10">
            <a:extLst>
              <a:ext uri="{FF2B5EF4-FFF2-40B4-BE49-F238E27FC236}">
                <a16:creationId xmlns:a16="http://schemas.microsoft.com/office/drawing/2014/main" id="{EA92CFA1-E1C2-25D4-E6F9-8563DB309720}"/>
              </a:ext>
            </a:extLst>
          </p:cNvPr>
          <p:cNvSpPr txBox="1"/>
          <p:nvPr/>
        </p:nvSpPr>
        <p:spPr>
          <a:xfrm>
            <a:off x="1825451" y="2805164"/>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Plan</a:t>
            </a:r>
          </a:p>
        </p:txBody>
      </p:sp>
      <p:sp>
        <p:nvSpPr>
          <p:cNvPr id="12" name="TextBox 11">
            <a:extLst>
              <a:ext uri="{FF2B5EF4-FFF2-40B4-BE49-F238E27FC236}">
                <a16:creationId xmlns:a16="http://schemas.microsoft.com/office/drawing/2014/main" id="{32F2D6F8-1957-C6B9-773F-B8B879D7DE60}"/>
              </a:ext>
            </a:extLst>
          </p:cNvPr>
          <p:cNvSpPr txBox="1"/>
          <p:nvPr/>
        </p:nvSpPr>
        <p:spPr>
          <a:xfrm>
            <a:off x="2487761" y="2805163"/>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Build</a:t>
            </a:r>
          </a:p>
        </p:txBody>
      </p:sp>
      <p:sp>
        <p:nvSpPr>
          <p:cNvPr id="13" name="TextBox 12">
            <a:extLst>
              <a:ext uri="{FF2B5EF4-FFF2-40B4-BE49-F238E27FC236}">
                <a16:creationId xmlns:a16="http://schemas.microsoft.com/office/drawing/2014/main" id="{13C986B6-12DC-BABF-B875-465EDEB2AE81}"/>
              </a:ext>
            </a:extLst>
          </p:cNvPr>
          <p:cNvSpPr txBox="1"/>
          <p:nvPr/>
        </p:nvSpPr>
        <p:spPr>
          <a:xfrm>
            <a:off x="4315680" y="2805162"/>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Review</a:t>
            </a:r>
          </a:p>
        </p:txBody>
      </p:sp>
      <p:sp>
        <p:nvSpPr>
          <p:cNvPr id="2" name="TextBox 1">
            <a:extLst>
              <a:ext uri="{FF2B5EF4-FFF2-40B4-BE49-F238E27FC236}">
                <a16:creationId xmlns:a16="http://schemas.microsoft.com/office/drawing/2014/main" id="{BADF2D64-8228-1DCF-9F6E-2CB3DBD4A880}"/>
              </a:ext>
            </a:extLst>
          </p:cNvPr>
          <p:cNvSpPr txBox="1"/>
          <p:nvPr/>
        </p:nvSpPr>
        <p:spPr>
          <a:xfrm>
            <a:off x="10946004" y="3707835"/>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uh oh…</a:t>
            </a:r>
          </a:p>
        </p:txBody>
      </p:sp>
      <p:sp>
        <p:nvSpPr>
          <p:cNvPr id="8" name="Title 22">
            <a:extLst>
              <a:ext uri="{FF2B5EF4-FFF2-40B4-BE49-F238E27FC236}">
                <a16:creationId xmlns:a16="http://schemas.microsoft.com/office/drawing/2014/main" id="{875E3D7B-2508-057D-5B29-3AAB1B187B01}"/>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4441131"/>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6F128-782B-AD4C-6641-D1EBF57E1B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12481394-9BE8-8D37-992C-434C9687737F}"/>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C082B098-D19C-4356-2407-4F952188D3C8}"/>
              </a:ext>
            </a:extLst>
          </p:cNvPr>
          <p:cNvSpPr>
            <a:spLocks noGrp="1"/>
          </p:cNvSpPr>
          <p:nvPr>
            <p:ph type="sldNum" sz="quarter" idx="4"/>
          </p:nvPr>
        </p:nvSpPr>
        <p:spPr/>
        <p:txBody>
          <a:bodyPr/>
          <a:lstStyle/>
          <a:p>
            <a:fld id="{86CB4B4D-7CA3-9044-876B-883B54F8677D}" type="slidenum">
              <a:rPr lang="en-US" smtClean="0"/>
              <a:pPr/>
              <a:t>14</a:t>
            </a:fld>
            <a:endParaRPr lang="en-US"/>
          </a:p>
        </p:txBody>
      </p:sp>
      <p:sp>
        <p:nvSpPr>
          <p:cNvPr id="5" name="Round Same Side Corner Rectangle 4">
            <a:extLst>
              <a:ext uri="{FF2B5EF4-FFF2-40B4-BE49-F238E27FC236}">
                <a16:creationId xmlns:a16="http://schemas.microsoft.com/office/drawing/2014/main" id="{F23C7C7E-38EA-1FB0-7EF3-B28B0467ACD4}"/>
              </a:ext>
            </a:extLst>
          </p:cNvPr>
          <p:cNvSpPr/>
          <p:nvPr/>
        </p:nvSpPr>
        <p:spPr bwMode="auto">
          <a:xfrm rot="16200000">
            <a:off x="2235757" y="3140151"/>
            <a:ext cx="344996" cy="577698"/>
          </a:xfrm>
          <a:prstGeom prst="round2SameRect">
            <a:avLst/>
          </a:prstGeom>
          <a:solidFill>
            <a:schemeClr val="accent2"/>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 name="Round Same Side Corner Rectangle 5">
            <a:extLst>
              <a:ext uri="{FF2B5EF4-FFF2-40B4-BE49-F238E27FC236}">
                <a16:creationId xmlns:a16="http://schemas.microsoft.com/office/drawing/2014/main" id="{D0CE956B-367F-66CB-E923-2F7E2E99F67C}"/>
              </a:ext>
            </a:extLst>
          </p:cNvPr>
          <p:cNvSpPr/>
          <p:nvPr/>
        </p:nvSpPr>
        <p:spPr bwMode="auto">
          <a:xfrm rot="5400000">
            <a:off x="7714181" y="-1013653"/>
            <a:ext cx="344996" cy="8885301"/>
          </a:xfrm>
          <a:prstGeom prst="round2SameRect">
            <a:avLst/>
          </a:prstGeom>
          <a:solidFill>
            <a:schemeClr val="accent6"/>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ectangle 6">
            <a:extLst>
              <a:ext uri="{FF2B5EF4-FFF2-40B4-BE49-F238E27FC236}">
                <a16:creationId xmlns:a16="http://schemas.microsoft.com/office/drawing/2014/main" id="{9B55DE07-5D22-8EE8-FD8F-FB6C0995EC3D}"/>
              </a:ext>
            </a:extLst>
          </p:cNvPr>
          <p:cNvSpPr/>
          <p:nvPr/>
        </p:nvSpPr>
        <p:spPr bwMode="auto">
          <a:xfrm>
            <a:off x="2697104" y="3256500"/>
            <a:ext cx="746925" cy="344997"/>
          </a:xfrm>
          <a:prstGeom prst="rect">
            <a:avLst/>
          </a:prstGeom>
          <a:solidFill>
            <a:srgbClr val="3DDBD9"/>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11" name="TextBox 10">
            <a:extLst>
              <a:ext uri="{FF2B5EF4-FFF2-40B4-BE49-F238E27FC236}">
                <a16:creationId xmlns:a16="http://schemas.microsoft.com/office/drawing/2014/main" id="{5F9FDAF3-D01B-109B-D43F-9715C8A19407}"/>
              </a:ext>
            </a:extLst>
          </p:cNvPr>
          <p:cNvSpPr txBox="1"/>
          <p:nvPr/>
        </p:nvSpPr>
        <p:spPr>
          <a:xfrm>
            <a:off x="1825451" y="2805164"/>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Plan</a:t>
            </a:r>
          </a:p>
        </p:txBody>
      </p:sp>
      <p:sp>
        <p:nvSpPr>
          <p:cNvPr id="12" name="TextBox 11">
            <a:extLst>
              <a:ext uri="{FF2B5EF4-FFF2-40B4-BE49-F238E27FC236}">
                <a16:creationId xmlns:a16="http://schemas.microsoft.com/office/drawing/2014/main" id="{8B59FC82-239C-7534-B880-5C69A88DD2EC}"/>
              </a:ext>
            </a:extLst>
          </p:cNvPr>
          <p:cNvSpPr txBox="1"/>
          <p:nvPr/>
        </p:nvSpPr>
        <p:spPr>
          <a:xfrm>
            <a:off x="2487761" y="2805163"/>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Build</a:t>
            </a:r>
          </a:p>
        </p:txBody>
      </p:sp>
      <p:sp>
        <p:nvSpPr>
          <p:cNvPr id="13" name="TextBox 12">
            <a:extLst>
              <a:ext uri="{FF2B5EF4-FFF2-40B4-BE49-F238E27FC236}">
                <a16:creationId xmlns:a16="http://schemas.microsoft.com/office/drawing/2014/main" id="{503614FA-3524-94D2-5A2D-4BAB5BD1F11C}"/>
              </a:ext>
            </a:extLst>
          </p:cNvPr>
          <p:cNvSpPr txBox="1"/>
          <p:nvPr/>
        </p:nvSpPr>
        <p:spPr>
          <a:xfrm>
            <a:off x="4315680" y="2805162"/>
            <a:ext cx="1165609" cy="34499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chor="ctr">
            <a:noAutofit/>
          </a:bodyPr>
          <a:lstStyle/>
          <a:p>
            <a:pPr algn="ctr" defTabSz="2438400">
              <a:spcBef>
                <a:spcPts val="2900"/>
              </a:spcBef>
              <a:buSzPct val="100000"/>
            </a:pPr>
            <a:r>
              <a:rPr lang="en-US" kern="0">
                <a:solidFill>
                  <a:srgbClr val="000000"/>
                </a:solidFill>
                <a:ea typeface="+mj-ea"/>
                <a:cs typeface="+mj-cs"/>
                <a:sym typeface="IBM Plex Sans Light"/>
              </a:rPr>
              <a:t>Review</a:t>
            </a:r>
          </a:p>
        </p:txBody>
      </p:sp>
      <p:sp>
        <p:nvSpPr>
          <p:cNvPr id="2" name="TextBox 1">
            <a:extLst>
              <a:ext uri="{FF2B5EF4-FFF2-40B4-BE49-F238E27FC236}">
                <a16:creationId xmlns:a16="http://schemas.microsoft.com/office/drawing/2014/main" id="{2673FB98-DF5D-ACD7-364F-AB7FCB1AD0DA}"/>
              </a:ext>
            </a:extLst>
          </p:cNvPr>
          <p:cNvSpPr txBox="1"/>
          <p:nvPr/>
        </p:nvSpPr>
        <p:spPr>
          <a:xfrm>
            <a:off x="9136595" y="4004311"/>
            <a:ext cx="2368767" cy="9144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oAutofit/>
          </a:bodyPr>
          <a:lstStyle/>
          <a:p>
            <a:pPr algn="l" defTabSz="2438400">
              <a:spcBef>
                <a:spcPts val="2900"/>
              </a:spcBef>
              <a:buSzPct val="100000"/>
            </a:pPr>
            <a:r>
              <a:rPr lang="en-US" sz="4400" kern="0">
                <a:solidFill>
                  <a:srgbClr val="000000"/>
                </a:solidFill>
                <a:ea typeface="+mj-ea"/>
                <a:cs typeface="+mj-cs"/>
                <a:sym typeface="IBM Plex Sans Light"/>
              </a:rPr>
              <a:t>The Wall </a:t>
            </a:r>
          </a:p>
        </p:txBody>
      </p:sp>
      <p:sp>
        <p:nvSpPr>
          <p:cNvPr id="8" name="Bent-Up Arrow 7">
            <a:extLst>
              <a:ext uri="{FF2B5EF4-FFF2-40B4-BE49-F238E27FC236}">
                <a16:creationId xmlns:a16="http://schemas.microsoft.com/office/drawing/2014/main" id="{74B5ECCC-D612-9A80-236C-658B005EEBA0}"/>
              </a:ext>
            </a:extLst>
          </p:cNvPr>
          <p:cNvSpPr/>
          <p:nvPr/>
        </p:nvSpPr>
        <p:spPr bwMode="auto">
          <a:xfrm>
            <a:off x="11505362" y="3848519"/>
            <a:ext cx="401982" cy="612992"/>
          </a:xfrm>
          <a:prstGeom prst="bentUpArrow">
            <a:avLst>
              <a:gd name="adj1" fmla="val 37619"/>
              <a:gd name="adj2" fmla="val 36824"/>
              <a:gd name="adj3" fmla="val 50000"/>
            </a:avLst>
          </a:prstGeom>
          <a:solidFill>
            <a:schemeClr val="accent6"/>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9" name="Title 22">
            <a:extLst>
              <a:ext uri="{FF2B5EF4-FFF2-40B4-BE49-F238E27FC236}">
                <a16:creationId xmlns:a16="http://schemas.microsoft.com/office/drawing/2014/main" id="{5749B1D2-C01B-A1FB-C442-6B12B95C44DF}"/>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3660827363"/>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5D3C3-D9A5-1834-DC6F-CC2B3B4BC219}"/>
              </a:ext>
            </a:extLst>
          </p:cNvPr>
          <p:cNvSpPr>
            <a:spLocks noGrp="1"/>
          </p:cNvSpPr>
          <p:nvPr>
            <p:ph type="title"/>
          </p:nvPr>
        </p:nvSpPr>
        <p:spPr>
          <a:xfrm>
            <a:off x="287962" y="192024"/>
            <a:ext cx="7931589" cy="3365092"/>
          </a:xfrm>
        </p:spPr>
        <p:txBody>
          <a:bodyPr/>
          <a:lstStyle/>
          <a:p>
            <a:r>
              <a:rPr lang="en-US" dirty="0"/>
              <a:t>The solution?</a:t>
            </a:r>
            <a:br>
              <a:rPr lang="en-US" dirty="0"/>
            </a:br>
            <a:br>
              <a:rPr lang="en-US" dirty="0"/>
            </a:br>
            <a:r>
              <a:rPr lang="en-US" sz="8800" dirty="0"/>
              <a:t>Alignment.</a:t>
            </a:r>
            <a:endParaRPr lang="en-US" dirty="0"/>
          </a:p>
        </p:txBody>
      </p:sp>
      <p:sp>
        <p:nvSpPr>
          <p:cNvPr id="4" name="Footer Placeholder 3">
            <a:extLst>
              <a:ext uri="{FF2B5EF4-FFF2-40B4-BE49-F238E27FC236}">
                <a16:creationId xmlns:a16="http://schemas.microsoft.com/office/drawing/2014/main" id="{D790FBCE-4812-2BAF-17DF-BEB5341BA71E}"/>
              </a:ext>
            </a:extLst>
          </p:cNvPr>
          <p:cNvSpPr>
            <a:spLocks noGrp="1"/>
          </p:cNvSpPr>
          <p:nvPr>
            <p:ph type="ftr" sz="quarter" idx="18"/>
          </p:nvPr>
        </p:nvSpPr>
        <p:spPr/>
        <p:txBody>
          <a:bodyPr/>
          <a:lstStyle/>
          <a:p>
            <a:r>
              <a:rPr lang="en-US"/>
              <a:t>Agentic Engineering in Practice</a:t>
            </a:r>
          </a:p>
        </p:txBody>
      </p:sp>
      <p:sp>
        <p:nvSpPr>
          <p:cNvPr id="5" name="Slide Number Placeholder 4">
            <a:extLst>
              <a:ext uri="{FF2B5EF4-FFF2-40B4-BE49-F238E27FC236}">
                <a16:creationId xmlns:a16="http://schemas.microsoft.com/office/drawing/2014/main" id="{45BD5838-1053-E478-438C-F8B272CEA08B}"/>
              </a:ext>
            </a:extLst>
          </p:cNvPr>
          <p:cNvSpPr>
            <a:spLocks noGrp="1"/>
          </p:cNvSpPr>
          <p:nvPr>
            <p:ph type="sldNum" sz="quarter" idx="4"/>
          </p:nvPr>
        </p:nvSpPr>
        <p:spPr/>
        <p:txBody>
          <a:bodyPr/>
          <a:lstStyle/>
          <a:p>
            <a:fld id="{86CB4B4D-7CA3-9044-876B-883B54F8677D}" type="slidenum">
              <a:rPr lang="en-US" smtClean="0"/>
              <a:pPr/>
              <a:t>15</a:t>
            </a:fld>
            <a:endParaRPr lang="en-US"/>
          </a:p>
        </p:txBody>
      </p:sp>
      <p:sp>
        <p:nvSpPr>
          <p:cNvPr id="6" name="Title 22">
            <a:extLst>
              <a:ext uri="{FF2B5EF4-FFF2-40B4-BE49-F238E27FC236}">
                <a16:creationId xmlns:a16="http://schemas.microsoft.com/office/drawing/2014/main" id="{5D1FDEBD-2190-D206-8F4F-182D5021462C}"/>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3938293901"/>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57A9-F6FA-7A84-FB12-B02C2469E693}"/>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9BF3499B-0C7A-F6C1-5689-188996ECC214}"/>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F893D6FE-7D1C-B203-2EA3-65F95827081E}"/>
              </a:ext>
            </a:extLst>
          </p:cNvPr>
          <p:cNvSpPr>
            <a:spLocks noGrp="1"/>
          </p:cNvSpPr>
          <p:nvPr>
            <p:ph type="sldNum" sz="quarter" idx="4"/>
          </p:nvPr>
        </p:nvSpPr>
        <p:spPr/>
        <p:txBody>
          <a:bodyPr/>
          <a:lstStyle/>
          <a:p>
            <a:fld id="{86CB4B4D-7CA3-9044-876B-883B54F8677D}" type="slidenum">
              <a:rPr lang="en-US" smtClean="0"/>
              <a:pPr/>
              <a:t>16</a:t>
            </a:fld>
            <a:endParaRPr lang="en-US"/>
          </a:p>
        </p:txBody>
      </p:sp>
      <p:sp>
        <p:nvSpPr>
          <p:cNvPr id="11" name="Text Placeholder 10">
            <a:extLst>
              <a:ext uri="{FF2B5EF4-FFF2-40B4-BE49-F238E27FC236}">
                <a16:creationId xmlns:a16="http://schemas.microsoft.com/office/drawing/2014/main" id="{0E1FE448-5EA3-9E5A-6EF0-AFB18973D823}"/>
              </a:ext>
            </a:extLst>
          </p:cNvPr>
          <p:cNvSpPr>
            <a:spLocks noGrp="1"/>
          </p:cNvSpPr>
          <p:nvPr>
            <p:ph type="body" sz="quarter" idx="19"/>
          </p:nvPr>
        </p:nvSpPr>
        <p:spPr>
          <a:xfrm>
            <a:off x="1449583" y="839933"/>
            <a:ext cx="10387399" cy="4706757"/>
          </a:xfrm>
        </p:spPr>
        <p:txBody>
          <a:bodyPr anchor="ctr"/>
          <a:lstStyle/>
          <a:p>
            <a:r>
              <a:rPr lang="en-US" sz="3200" b="1">
                <a:solidFill>
                  <a:srgbClr val="D02670"/>
                </a:solidFill>
              </a:rPr>
              <a:t>PROJECT TRUST</a:t>
            </a:r>
            <a:r>
              <a:rPr lang="en-US" sz="3200"/>
              <a:t>: The trustworthiness of the</a:t>
            </a:r>
          </a:p>
          <a:p>
            <a:r>
              <a:rPr lang="en-US" sz="3200"/>
              <a:t>project being worked on</a:t>
            </a:r>
          </a:p>
          <a:p>
            <a:endParaRPr lang="en-US" sz="3200"/>
          </a:p>
          <a:p>
            <a:r>
              <a:rPr lang="en-US" sz="3200" b="1">
                <a:solidFill>
                  <a:srgbClr val="0043CE"/>
                </a:solidFill>
              </a:rPr>
              <a:t>HUMAN OWNERSHIP</a:t>
            </a:r>
            <a:r>
              <a:rPr lang="en-US" sz="3200"/>
              <a:t>: Your ability to</a:t>
            </a:r>
          </a:p>
          <a:p>
            <a:r>
              <a:rPr lang="en-US" sz="3200"/>
              <a:t>control the state of the project</a:t>
            </a:r>
          </a:p>
          <a:p>
            <a:endParaRPr lang="en-US" sz="3200"/>
          </a:p>
          <a:p>
            <a:r>
              <a:rPr lang="en-US" sz="3200" b="1">
                <a:solidFill>
                  <a:srgbClr val="F1C21B"/>
                </a:solidFill>
              </a:rPr>
              <a:t>AGENT AUTONOMY</a:t>
            </a:r>
            <a:r>
              <a:rPr lang="en-US" sz="3200"/>
              <a:t>: The agent’s ability to</a:t>
            </a:r>
          </a:p>
          <a:p>
            <a:r>
              <a:rPr lang="en-US" sz="3200"/>
              <a:t>make independent progress</a:t>
            </a:r>
            <a:endParaRPr lang="en-US" sz="3200" b="1">
              <a:solidFill>
                <a:srgbClr val="0043CE"/>
              </a:solidFill>
            </a:endParaRPr>
          </a:p>
        </p:txBody>
      </p:sp>
      <p:sp>
        <p:nvSpPr>
          <p:cNvPr id="10" name="Title 22">
            <a:extLst>
              <a:ext uri="{FF2B5EF4-FFF2-40B4-BE49-F238E27FC236}">
                <a16:creationId xmlns:a16="http://schemas.microsoft.com/office/drawing/2014/main" id="{3D979A24-54AF-DB04-0E8F-E116F673DCF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2358068608"/>
      </p:ext>
    </p:extLst>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DE2A72B8-C619-15BE-7F6A-ED391A111DF7}"/>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28B42411-FFB0-3411-004D-DCC2807E9BD2}"/>
              </a:ext>
            </a:extLst>
          </p:cNvPr>
          <p:cNvSpPr>
            <a:spLocks noGrp="1"/>
          </p:cNvSpPr>
          <p:nvPr>
            <p:ph type="sldNum" sz="quarter" idx="4"/>
          </p:nvPr>
        </p:nvSpPr>
        <p:spPr/>
        <p:txBody>
          <a:bodyPr/>
          <a:lstStyle/>
          <a:p>
            <a:fld id="{86CB4B4D-7CA3-9044-876B-883B54F8677D}" type="slidenum">
              <a:rPr lang="en-US" smtClean="0"/>
              <a:pPr/>
              <a:t>17</a:t>
            </a:fld>
            <a:endParaRPr lang="en-US"/>
          </a:p>
        </p:txBody>
      </p:sp>
      <p:sp>
        <p:nvSpPr>
          <p:cNvPr id="11" name="Text Placeholder 10">
            <a:extLst>
              <a:ext uri="{FF2B5EF4-FFF2-40B4-BE49-F238E27FC236}">
                <a16:creationId xmlns:a16="http://schemas.microsoft.com/office/drawing/2014/main" id="{757F354D-0909-B1F0-90E1-9DF7E586AA8D}"/>
              </a:ext>
            </a:extLst>
          </p:cNvPr>
          <p:cNvSpPr>
            <a:spLocks noGrp="1"/>
          </p:cNvSpPr>
          <p:nvPr>
            <p:ph type="body" sz="quarter" idx="19"/>
          </p:nvPr>
        </p:nvSpPr>
        <p:spPr>
          <a:xfrm>
            <a:off x="287963" y="154800"/>
            <a:ext cx="11616737" cy="5178133"/>
          </a:xfrm>
        </p:spPr>
        <p:txBody>
          <a:bodyPr anchor="ctr"/>
          <a:lstStyle/>
          <a:p>
            <a:pPr algn="ctr"/>
            <a:r>
              <a:rPr lang="en-US" sz="3200" dirty="0"/>
              <a:t>Spec Driven Development:</a:t>
            </a:r>
          </a:p>
          <a:p>
            <a:pPr algn="ctr"/>
            <a:r>
              <a:rPr lang="en-US" sz="3200" dirty="0"/>
              <a:t>Maximize </a:t>
            </a:r>
            <a:r>
              <a:rPr lang="en-US" sz="3200" b="1" dirty="0">
                <a:solidFill>
                  <a:srgbClr val="F1C21B"/>
                </a:solidFill>
              </a:rPr>
              <a:t>autonomy</a:t>
            </a:r>
            <a:r>
              <a:rPr lang="en-US" sz="3200" dirty="0"/>
              <a:t> without sacrificing </a:t>
            </a:r>
            <a:r>
              <a:rPr lang="en-US" sz="3200" b="1" dirty="0">
                <a:solidFill>
                  <a:srgbClr val="D02670"/>
                </a:solidFill>
              </a:rPr>
              <a:t>trust</a:t>
            </a:r>
            <a:r>
              <a:rPr lang="en-US" sz="3200" dirty="0"/>
              <a:t> and </a:t>
            </a:r>
            <a:r>
              <a:rPr lang="en-US" sz="3200" b="1" dirty="0">
                <a:solidFill>
                  <a:srgbClr val="0043CE"/>
                </a:solidFill>
              </a:rPr>
              <a:t>ownership</a:t>
            </a:r>
          </a:p>
        </p:txBody>
      </p:sp>
      <p:sp>
        <p:nvSpPr>
          <p:cNvPr id="10" name="Title 22">
            <a:extLst>
              <a:ext uri="{FF2B5EF4-FFF2-40B4-BE49-F238E27FC236}">
                <a16:creationId xmlns:a16="http://schemas.microsoft.com/office/drawing/2014/main" id="{45441256-EB9F-5E0B-3510-A79B42DC9DB7}"/>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Tree>
    <p:extLst>
      <p:ext uri="{BB962C8B-B14F-4D97-AF65-F5344CB8AC3E}">
        <p14:creationId xmlns:p14="http://schemas.microsoft.com/office/powerpoint/2010/main" val="1467917066"/>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2440ED2-3D93-2B0C-350B-2CEB5C63B3CF}"/>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B4A2BC9F-0A63-86CC-6430-27936B89AEDB}"/>
              </a:ext>
            </a:extLst>
          </p:cNvPr>
          <p:cNvSpPr>
            <a:spLocks noGrp="1"/>
          </p:cNvSpPr>
          <p:nvPr>
            <p:ph type="sldNum" sz="quarter" idx="4"/>
          </p:nvPr>
        </p:nvSpPr>
        <p:spPr/>
        <p:txBody>
          <a:bodyPr/>
          <a:lstStyle/>
          <a:p>
            <a:fld id="{86CB4B4D-7CA3-9044-876B-883B54F8677D}" type="slidenum">
              <a:rPr lang="en-US" smtClean="0"/>
              <a:pPr/>
              <a:t>18</a:t>
            </a:fld>
            <a:endParaRPr lang="en-US"/>
          </a:p>
        </p:txBody>
      </p:sp>
      <p:sp>
        <p:nvSpPr>
          <p:cNvPr id="5" name="Title 22">
            <a:extLst>
              <a:ext uri="{FF2B5EF4-FFF2-40B4-BE49-F238E27FC236}">
                <a16:creationId xmlns:a16="http://schemas.microsoft.com/office/drawing/2014/main" id="{DD2B7EF9-18D8-E3C0-503B-58A2C1871463}"/>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Introduction to Agentic Engineering</a:t>
            </a:r>
          </a:p>
        </p:txBody>
      </p:sp>
      <p:sp>
        <p:nvSpPr>
          <p:cNvPr id="40" name="TextBox 39">
            <a:extLst>
              <a:ext uri="{FF2B5EF4-FFF2-40B4-BE49-F238E27FC236}">
                <a16:creationId xmlns:a16="http://schemas.microsoft.com/office/drawing/2014/main" id="{3F8960B9-CADA-A99F-044D-F7591D4E180D}"/>
              </a:ext>
            </a:extLst>
          </p:cNvPr>
          <p:cNvSpPr txBox="1"/>
          <p:nvPr/>
        </p:nvSpPr>
        <p:spPr>
          <a:xfrm>
            <a:off x="8554340" y="5221480"/>
            <a:ext cx="0" cy="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sp>
        <p:nvSpPr>
          <p:cNvPr id="21" name="Rounded Rectangle 20">
            <a:extLst>
              <a:ext uri="{FF2B5EF4-FFF2-40B4-BE49-F238E27FC236}">
                <a16:creationId xmlns:a16="http://schemas.microsoft.com/office/drawing/2014/main" id="{6CF47366-E35A-FDBC-8F3F-049904A0DBF7}"/>
              </a:ext>
            </a:extLst>
          </p:cNvPr>
          <p:cNvSpPr/>
          <p:nvPr/>
        </p:nvSpPr>
        <p:spPr bwMode="auto">
          <a:xfrm>
            <a:off x="987668" y="2971800"/>
            <a:ext cx="2072473" cy="914400"/>
          </a:xfrm>
          <a:prstGeom prst="round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IBM Plex Sans Light"/>
              <a:buNone/>
              <a:tabLst/>
            </a:pPr>
            <a:r>
              <a:rPr kumimoji="0" lang="en-US" sz="1600" b="0" i="0" u="none" strike="noStrike" cap="none" normalizeH="0" baseline="0" dirty="0">
                <a:ln>
                  <a:noFill/>
                </a:ln>
                <a:solidFill>
                  <a:sysClr val="windowText" lastClr="000000"/>
                </a:solidFill>
                <a:effectLst/>
                <a:latin typeface="+mn-lt"/>
              </a:rPr>
              <a:t>Requirements Gathering</a:t>
            </a:r>
          </a:p>
        </p:txBody>
      </p:sp>
      <p:sp>
        <p:nvSpPr>
          <p:cNvPr id="23" name="Rounded Rectangle 22">
            <a:extLst>
              <a:ext uri="{FF2B5EF4-FFF2-40B4-BE49-F238E27FC236}">
                <a16:creationId xmlns:a16="http://schemas.microsoft.com/office/drawing/2014/main" id="{20DC6656-C569-8550-8E4A-18502B5ABB85}"/>
              </a:ext>
            </a:extLst>
          </p:cNvPr>
          <p:cNvSpPr/>
          <p:nvPr/>
        </p:nvSpPr>
        <p:spPr bwMode="auto">
          <a:xfrm>
            <a:off x="3702398" y="2971800"/>
            <a:ext cx="2072473" cy="914400"/>
          </a:xfrm>
          <a:prstGeom prst="round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IBM Plex Sans Light"/>
              <a:buNone/>
              <a:tabLst/>
            </a:pPr>
            <a:r>
              <a:rPr kumimoji="0" lang="en-US" sz="1600" b="0" i="0" u="none" strike="noStrike" cap="none" normalizeH="0" baseline="0">
                <a:ln>
                  <a:noFill/>
                </a:ln>
                <a:solidFill>
                  <a:schemeClr val="tx1"/>
                </a:solidFill>
                <a:effectLst/>
                <a:latin typeface="+mn-lt"/>
              </a:rPr>
              <a:t>Spec Development</a:t>
            </a:r>
          </a:p>
        </p:txBody>
      </p:sp>
      <p:sp>
        <p:nvSpPr>
          <p:cNvPr id="24" name="Rounded Rectangle 23">
            <a:extLst>
              <a:ext uri="{FF2B5EF4-FFF2-40B4-BE49-F238E27FC236}">
                <a16:creationId xmlns:a16="http://schemas.microsoft.com/office/drawing/2014/main" id="{0607E8FA-E505-DD8C-5D4E-21CDE72A90E8}"/>
              </a:ext>
            </a:extLst>
          </p:cNvPr>
          <p:cNvSpPr/>
          <p:nvPr/>
        </p:nvSpPr>
        <p:spPr bwMode="auto">
          <a:xfrm>
            <a:off x="6417128" y="2971800"/>
            <a:ext cx="2072473" cy="914400"/>
          </a:xfrm>
          <a:prstGeom prst="round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IBM Plex Sans Light"/>
              <a:buNone/>
              <a:tabLst/>
            </a:pPr>
            <a:r>
              <a:rPr kumimoji="0" lang="en-US" sz="1600" b="0" i="0" u="none" strike="noStrike" cap="none" normalizeH="0" baseline="0">
                <a:ln>
                  <a:noFill/>
                </a:ln>
                <a:solidFill>
                  <a:schemeClr val="tx1"/>
                </a:solidFill>
                <a:effectLst/>
                <a:latin typeface="+mn-lt"/>
              </a:rPr>
              <a:t>Implementation</a:t>
            </a:r>
            <a:endParaRPr kumimoji="0" lang="en-US" sz="1400" b="0" i="0" u="none" strike="noStrike" cap="none" normalizeH="0" baseline="0">
              <a:ln>
                <a:noFill/>
              </a:ln>
              <a:solidFill>
                <a:schemeClr val="tx1"/>
              </a:solidFill>
              <a:effectLst/>
              <a:latin typeface="+mn-lt"/>
            </a:endParaRPr>
          </a:p>
        </p:txBody>
      </p:sp>
      <p:sp>
        <p:nvSpPr>
          <p:cNvPr id="25" name="Rounded Rectangle 24">
            <a:extLst>
              <a:ext uri="{FF2B5EF4-FFF2-40B4-BE49-F238E27FC236}">
                <a16:creationId xmlns:a16="http://schemas.microsoft.com/office/drawing/2014/main" id="{07C7FDDF-79B0-5076-A360-281FCE32B842}"/>
              </a:ext>
            </a:extLst>
          </p:cNvPr>
          <p:cNvSpPr/>
          <p:nvPr/>
        </p:nvSpPr>
        <p:spPr bwMode="auto">
          <a:xfrm>
            <a:off x="9131858" y="2971800"/>
            <a:ext cx="2072473" cy="914400"/>
          </a:xfrm>
          <a:prstGeom prst="round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IBM Plex Sans Light"/>
              <a:buNone/>
              <a:tabLst/>
            </a:pPr>
            <a:r>
              <a:rPr lang="en-US" sz="1600">
                <a:solidFill>
                  <a:schemeClr val="tx1"/>
                </a:solidFill>
              </a:rPr>
              <a:t>Verification</a:t>
            </a:r>
            <a:endParaRPr kumimoji="0" lang="en-US" sz="1400" b="0" i="0" u="none" strike="noStrike" cap="none" normalizeH="0" baseline="0">
              <a:ln>
                <a:noFill/>
              </a:ln>
              <a:solidFill>
                <a:schemeClr val="tx1"/>
              </a:solidFill>
              <a:effectLst/>
              <a:latin typeface="+mn-lt"/>
            </a:endParaRPr>
          </a:p>
        </p:txBody>
      </p:sp>
      <p:cxnSp>
        <p:nvCxnSpPr>
          <p:cNvPr id="26" name="Straight Arrow Connector 25">
            <a:extLst>
              <a:ext uri="{FF2B5EF4-FFF2-40B4-BE49-F238E27FC236}">
                <a16:creationId xmlns:a16="http://schemas.microsoft.com/office/drawing/2014/main" id="{9AD12E37-1CBA-E8C1-432F-F7FEE5C54690}"/>
              </a:ext>
            </a:extLst>
          </p:cNvPr>
          <p:cNvCxnSpPr>
            <a:cxnSpLocks/>
            <a:stCxn id="21" idx="3"/>
            <a:endCxn id="23" idx="1"/>
          </p:cNvCxnSpPr>
          <p:nvPr/>
        </p:nvCxnSpPr>
        <p:spPr bwMode="auto">
          <a:xfrm>
            <a:off x="3060141" y="3429000"/>
            <a:ext cx="642257" cy="0"/>
          </a:xfrm>
          <a:prstGeom prst="straightConnector1">
            <a:avLst/>
          </a:prstGeom>
          <a:ln w="12700">
            <a:solidFill>
              <a:schemeClr val="tx1"/>
            </a:solidFill>
            <a:headEnd type="none" w="med" len="med"/>
            <a:tailEnd type="triangle"/>
          </a:ln>
          <a:effectLst/>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id="{BCE86327-3E41-CE9C-2B84-DF21819FDC8E}"/>
              </a:ext>
            </a:extLst>
          </p:cNvPr>
          <p:cNvCxnSpPr>
            <a:cxnSpLocks/>
          </p:cNvCxnSpPr>
          <p:nvPr/>
        </p:nvCxnSpPr>
        <p:spPr bwMode="auto">
          <a:xfrm>
            <a:off x="5774871" y="3423138"/>
            <a:ext cx="642257" cy="0"/>
          </a:xfrm>
          <a:prstGeom prst="straightConnector1">
            <a:avLst/>
          </a:prstGeom>
          <a:ln w="12700">
            <a:solidFill>
              <a:schemeClr val="tx1"/>
            </a:solidFill>
            <a:headEnd type="none" w="med" len="med"/>
            <a:tailEnd type="triangle"/>
          </a:ln>
          <a:effectLst/>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05166155-5031-B740-B308-864575F87267}"/>
              </a:ext>
            </a:extLst>
          </p:cNvPr>
          <p:cNvCxnSpPr>
            <a:cxnSpLocks/>
          </p:cNvCxnSpPr>
          <p:nvPr/>
        </p:nvCxnSpPr>
        <p:spPr bwMode="auto">
          <a:xfrm>
            <a:off x="8489601" y="3423138"/>
            <a:ext cx="642257" cy="0"/>
          </a:xfrm>
          <a:prstGeom prst="straightConnector1">
            <a:avLst/>
          </a:prstGeom>
          <a:ln w="12700">
            <a:solidFill>
              <a:schemeClr val="tx1"/>
            </a:solidFill>
            <a:headEnd type="none" w="med" len="med"/>
            <a:tailEnd type="triangle"/>
          </a:ln>
          <a:effectLst/>
        </p:spPr>
        <p:style>
          <a:lnRef idx="1">
            <a:schemeClr val="dk1"/>
          </a:lnRef>
          <a:fillRef idx="0">
            <a:schemeClr val="dk1"/>
          </a:fillRef>
          <a:effectRef idx="0">
            <a:schemeClr val="dk1"/>
          </a:effectRef>
          <a:fontRef idx="minor">
            <a:schemeClr val="tx1"/>
          </a:fontRef>
        </p:style>
      </p:cxnSp>
      <p:cxnSp>
        <p:nvCxnSpPr>
          <p:cNvPr id="29" name="Elbow Connector 28">
            <a:extLst>
              <a:ext uri="{FF2B5EF4-FFF2-40B4-BE49-F238E27FC236}">
                <a16:creationId xmlns:a16="http://schemas.microsoft.com/office/drawing/2014/main" id="{C55427EA-E27F-E215-5D8F-013F487E8CC9}"/>
              </a:ext>
            </a:extLst>
          </p:cNvPr>
          <p:cNvCxnSpPr>
            <a:cxnSpLocks/>
            <a:stCxn id="25" idx="0"/>
          </p:cNvCxnSpPr>
          <p:nvPr/>
        </p:nvCxnSpPr>
        <p:spPr bwMode="auto">
          <a:xfrm rot="16200000" flipV="1">
            <a:off x="9533450" y="2337155"/>
            <a:ext cx="501737" cy="767554"/>
          </a:xfrm>
          <a:prstGeom prst="bentConnector2">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0" name="Elbow Connector 29">
            <a:extLst>
              <a:ext uri="{FF2B5EF4-FFF2-40B4-BE49-F238E27FC236}">
                <a16:creationId xmlns:a16="http://schemas.microsoft.com/office/drawing/2014/main" id="{AB7393C9-6B39-540A-58E5-9BAFD6B0A262}"/>
              </a:ext>
            </a:extLst>
          </p:cNvPr>
          <p:cNvCxnSpPr>
            <a:cxnSpLocks/>
            <a:stCxn id="24" idx="0"/>
          </p:cNvCxnSpPr>
          <p:nvPr/>
        </p:nvCxnSpPr>
        <p:spPr bwMode="auto">
          <a:xfrm rot="16200000" flipV="1">
            <a:off x="6818720" y="2337155"/>
            <a:ext cx="501737" cy="767554"/>
          </a:xfrm>
          <a:prstGeom prst="bentConnector2">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1" name="Elbow Connector 30">
            <a:extLst>
              <a:ext uri="{FF2B5EF4-FFF2-40B4-BE49-F238E27FC236}">
                <a16:creationId xmlns:a16="http://schemas.microsoft.com/office/drawing/2014/main" id="{D48C0C0F-FF7A-FCA9-1025-C739E01746AA}"/>
              </a:ext>
            </a:extLst>
          </p:cNvPr>
          <p:cNvCxnSpPr>
            <a:cxnSpLocks/>
            <a:endCxn id="23" idx="0"/>
          </p:cNvCxnSpPr>
          <p:nvPr/>
        </p:nvCxnSpPr>
        <p:spPr bwMode="auto">
          <a:xfrm rot="10800000" flipV="1">
            <a:off x="4738636" y="2470064"/>
            <a:ext cx="642257" cy="501735"/>
          </a:xfrm>
          <a:prstGeom prst="bentConnector2">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2" name="Elbow Connector 31">
            <a:extLst>
              <a:ext uri="{FF2B5EF4-FFF2-40B4-BE49-F238E27FC236}">
                <a16:creationId xmlns:a16="http://schemas.microsoft.com/office/drawing/2014/main" id="{07B8B3CD-56C1-7192-01C6-71DF5FA449DD}"/>
              </a:ext>
            </a:extLst>
          </p:cNvPr>
          <p:cNvCxnSpPr>
            <a:cxnSpLocks/>
            <a:endCxn id="21" idx="0"/>
          </p:cNvCxnSpPr>
          <p:nvPr/>
        </p:nvCxnSpPr>
        <p:spPr bwMode="auto">
          <a:xfrm rot="10800000" flipV="1">
            <a:off x="2023906" y="2470064"/>
            <a:ext cx="642257" cy="501736"/>
          </a:xfrm>
          <a:prstGeom prst="bentConnector2">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3" name="Straight Connector 32">
            <a:extLst>
              <a:ext uri="{FF2B5EF4-FFF2-40B4-BE49-F238E27FC236}">
                <a16:creationId xmlns:a16="http://schemas.microsoft.com/office/drawing/2014/main" id="{AC0D6F78-211E-559A-A220-8D8F4DBCAD5F}"/>
              </a:ext>
            </a:extLst>
          </p:cNvPr>
          <p:cNvCxnSpPr>
            <a:cxnSpLocks/>
          </p:cNvCxnSpPr>
          <p:nvPr/>
        </p:nvCxnSpPr>
        <p:spPr bwMode="auto">
          <a:xfrm>
            <a:off x="7500864" y="2470063"/>
            <a:ext cx="1899677" cy="0"/>
          </a:xfrm>
          <a:prstGeom prst="line">
            <a:avLst/>
          </a:prstGeom>
          <a:ln w="19050">
            <a:solidFill>
              <a:schemeClr val="tx1"/>
            </a:solidFill>
            <a:prstDash val="dash"/>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4" name="Straight Connector 33">
            <a:extLst>
              <a:ext uri="{FF2B5EF4-FFF2-40B4-BE49-F238E27FC236}">
                <a16:creationId xmlns:a16="http://schemas.microsoft.com/office/drawing/2014/main" id="{96B5ED4D-5048-5595-60C2-AE2FE11104BA}"/>
              </a:ext>
            </a:extLst>
          </p:cNvPr>
          <p:cNvCxnSpPr>
            <a:cxnSpLocks/>
          </p:cNvCxnSpPr>
          <p:nvPr/>
        </p:nvCxnSpPr>
        <p:spPr bwMode="auto">
          <a:xfrm>
            <a:off x="5330153" y="2470063"/>
            <a:ext cx="1355658" cy="0"/>
          </a:xfrm>
          <a:prstGeom prst="line">
            <a:avLst/>
          </a:prstGeom>
          <a:ln w="19050">
            <a:solidFill>
              <a:schemeClr val="tx1"/>
            </a:solidFill>
            <a:prstDash val="dash"/>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B8C66E5F-A76D-2E83-B95C-1A3632322E0C}"/>
              </a:ext>
            </a:extLst>
          </p:cNvPr>
          <p:cNvCxnSpPr>
            <a:cxnSpLocks/>
          </p:cNvCxnSpPr>
          <p:nvPr/>
        </p:nvCxnSpPr>
        <p:spPr bwMode="auto">
          <a:xfrm>
            <a:off x="2703440" y="2470063"/>
            <a:ext cx="2035194" cy="0"/>
          </a:xfrm>
          <a:prstGeom prst="line">
            <a:avLst/>
          </a:prstGeom>
          <a:ln w="19050">
            <a:solidFill>
              <a:schemeClr val="tx1"/>
            </a:solidFill>
            <a:prstDash val="dash"/>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31333797"/>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900B9EB7-6DDD-0DC0-37FF-B67E3450855A}"/>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C9A76F47-BE9C-9AE1-A11C-CB93FE8E0CE3}"/>
              </a:ext>
            </a:extLst>
          </p:cNvPr>
          <p:cNvSpPr>
            <a:spLocks noGrp="1"/>
          </p:cNvSpPr>
          <p:nvPr>
            <p:ph type="sldNum" sz="quarter" idx="4"/>
          </p:nvPr>
        </p:nvSpPr>
        <p:spPr/>
        <p:txBody>
          <a:bodyPr/>
          <a:lstStyle/>
          <a:p>
            <a:fld id="{86CB4B4D-7CA3-9044-876B-883B54F8677D}" type="slidenum">
              <a:rPr lang="en-US" smtClean="0"/>
              <a:pPr/>
              <a:t>19</a:t>
            </a:fld>
            <a:endParaRPr lang="en-US"/>
          </a:p>
        </p:txBody>
      </p:sp>
      <p:sp>
        <p:nvSpPr>
          <p:cNvPr id="4" name="Text Placeholder 3">
            <a:extLst>
              <a:ext uri="{FF2B5EF4-FFF2-40B4-BE49-F238E27FC236}">
                <a16:creationId xmlns:a16="http://schemas.microsoft.com/office/drawing/2014/main" id="{72789B1D-686F-E1C5-D7FE-FB7D0EBD4DD3}"/>
              </a:ext>
            </a:extLst>
          </p:cNvPr>
          <p:cNvSpPr>
            <a:spLocks noGrp="1"/>
          </p:cNvSpPr>
          <p:nvPr>
            <p:ph type="body" sz="quarter" idx="19"/>
          </p:nvPr>
        </p:nvSpPr>
        <p:spPr/>
        <p:txBody>
          <a:bodyPr/>
          <a:lstStyle/>
          <a:p>
            <a:r>
              <a:rPr lang="en-US"/>
              <a:t>Module 1: Requirements Gathering</a:t>
            </a:r>
          </a:p>
        </p:txBody>
      </p:sp>
    </p:spTree>
    <p:extLst>
      <p:ext uri="{BB962C8B-B14F-4D97-AF65-F5344CB8AC3E}">
        <p14:creationId xmlns:p14="http://schemas.microsoft.com/office/powerpoint/2010/main" val="3028162866"/>
      </p:ext>
    </p:extLst>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03FCD-BB08-DFCF-A719-08ACB07AB0E5}"/>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ECD4140-185B-1255-7A9D-AE1FE414574E}"/>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CC2C952D-FF30-8777-86E3-0C6B6A6C7711}"/>
              </a:ext>
            </a:extLst>
          </p:cNvPr>
          <p:cNvSpPr>
            <a:spLocks noGrp="1"/>
          </p:cNvSpPr>
          <p:nvPr>
            <p:ph type="sldNum" sz="quarter" idx="4"/>
          </p:nvPr>
        </p:nvSpPr>
        <p:spPr/>
        <p:txBody>
          <a:bodyPr/>
          <a:lstStyle/>
          <a:p>
            <a:fld id="{86CB4B4D-7CA3-9044-876B-883B54F8677D}" type="slidenum">
              <a:rPr lang="en-US" smtClean="0"/>
              <a:pPr/>
              <a:t>20</a:t>
            </a:fld>
            <a:endParaRPr lang="en-US"/>
          </a:p>
        </p:txBody>
      </p:sp>
      <p:sp>
        <p:nvSpPr>
          <p:cNvPr id="11" name="Title 22">
            <a:extLst>
              <a:ext uri="{FF2B5EF4-FFF2-40B4-BE49-F238E27FC236}">
                <a16:creationId xmlns:a16="http://schemas.microsoft.com/office/drawing/2014/main" id="{21A6D01F-C2D1-97E8-B1B5-CD7A33EBB403}"/>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pic>
        <p:nvPicPr>
          <p:cNvPr id="10" name="Graphic 9" descr="Home with solid fill">
            <a:extLst>
              <a:ext uri="{FF2B5EF4-FFF2-40B4-BE49-F238E27FC236}">
                <a16:creationId xmlns:a16="http://schemas.microsoft.com/office/drawing/2014/main" id="{C664B754-1789-B82F-238E-E95DCF350BA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24772" y="1260947"/>
            <a:ext cx="3787472" cy="3787472"/>
          </a:xfrm>
          <a:prstGeom prst="rect">
            <a:avLst/>
          </a:prstGeom>
        </p:spPr>
      </p:pic>
      <p:sp>
        <p:nvSpPr>
          <p:cNvPr id="12" name="Rectangle 11">
            <a:extLst>
              <a:ext uri="{FF2B5EF4-FFF2-40B4-BE49-F238E27FC236}">
                <a16:creationId xmlns:a16="http://schemas.microsoft.com/office/drawing/2014/main" id="{EF0566A2-19D5-62FC-3C90-CB8BD17C7C48}"/>
              </a:ext>
            </a:extLst>
          </p:cNvPr>
          <p:cNvSpPr/>
          <p:nvPr/>
        </p:nvSpPr>
        <p:spPr bwMode="auto">
          <a:xfrm>
            <a:off x="1897372" y="4710969"/>
            <a:ext cx="2408340" cy="318003"/>
          </a:xfrm>
          <a:prstGeom prst="rect">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grpSp>
        <p:nvGrpSpPr>
          <p:cNvPr id="14" name="Group 13">
            <a:extLst>
              <a:ext uri="{FF2B5EF4-FFF2-40B4-BE49-F238E27FC236}">
                <a16:creationId xmlns:a16="http://schemas.microsoft.com/office/drawing/2014/main" id="{25712F3E-C322-BD7E-B843-C568DEF1E3BE}"/>
              </a:ext>
            </a:extLst>
          </p:cNvPr>
          <p:cNvGrpSpPr/>
          <p:nvPr/>
        </p:nvGrpSpPr>
        <p:grpSpPr>
          <a:xfrm>
            <a:off x="1931304" y="4694614"/>
            <a:ext cx="2374408" cy="353805"/>
            <a:chOff x="4818362" y="5208164"/>
            <a:chExt cx="2374408" cy="353805"/>
          </a:xfrm>
        </p:grpSpPr>
        <p:pic>
          <p:nvPicPr>
            <p:cNvPr id="15" name="Graphic 14" descr="Broken Heart with solid fill">
              <a:extLst>
                <a:ext uri="{FF2B5EF4-FFF2-40B4-BE49-F238E27FC236}">
                  <a16:creationId xmlns:a16="http://schemas.microsoft.com/office/drawing/2014/main" id="{22DA0EAE-092A-A3C2-5E45-ACBD52284F4C}"/>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5411964" y="5208164"/>
              <a:ext cx="593602" cy="353805"/>
            </a:xfrm>
            <a:prstGeom prst="rect">
              <a:avLst/>
            </a:prstGeom>
          </p:spPr>
        </p:pic>
        <p:pic>
          <p:nvPicPr>
            <p:cNvPr id="20" name="Graphic 19" descr="Broken Heart with solid fill">
              <a:extLst>
                <a:ext uri="{FF2B5EF4-FFF2-40B4-BE49-F238E27FC236}">
                  <a16:creationId xmlns:a16="http://schemas.microsoft.com/office/drawing/2014/main" id="{C9258839-4885-FF49-1B48-0D5EB0C1D9E8}"/>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005566" y="5208164"/>
              <a:ext cx="593602" cy="353805"/>
            </a:xfrm>
            <a:prstGeom prst="rect">
              <a:avLst/>
            </a:prstGeom>
          </p:spPr>
        </p:pic>
        <p:pic>
          <p:nvPicPr>
            <p:cNvPr id="23" name="Graphic 22" descr="Broken Heart with solid fill">
              <a:extLst>
                <a:ext uri="{FF2B5EF4-FFF2-40B4-BE49-F238E27FC236}">
                  <a16:creationId xmlns:a16="http://schemas.microsoft.com/office/drawing/2014/main" id="{872A35AB-C0EC-A46C-0A15-E01693E3E283}"/>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4818362" y="5208164"/>
              <a:ext cx="593602" cy="353805"/>
            </a:xfrm>
            <a:prstGeom prst="rect">
              <a:avLst/>
            </a:prstGeom>
          </p:spPr>
        </p:pic>
        <p:pic>
          <p:nvPicPr>
            <p:cNvPr id="24" name="Graphic 23" descr="Broken Heart with solid fill">
              <a:extLst>
                <a:ext uri="{FF2B5EF4-FFF2-40B4-BE49-F238E27FC236}">
                  <a16:creationId xmlns:a16="http://schemas.microsoft.com/office/drawing/2014/main" id="{CA18E46E-D71C-0017-CD52-D36E1976F802}"/>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599168" y="5208164"/>
              <a:ext cx="593602" cy="353805"/>
            </a:xfrm>
            <a:prstGeom prst="rect">
              <a:avLst/>
            </a:prstGeom>
          </p:spPr>
        </p:pic>
      </p:grpSp>
    </p:spTree>
    <p:extLst>
      <p:ext uri="{BB962C8B-B14F-4D97-AF65-F5344CB8AC3E}">
        <p14:creationId xmlns:p14="http://schemas.microsoft.com/office/powerpoint/2010/main" val="3928466110"/>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58D35-12C9-E042-040D-8D02458DEE38}"/>
            </a:ext>
          </a:extLst>
        </p:cNvPr>
        <p:cNvGrpSpPr/>
        <p:nvPr/>
      </p:nvGrpSpPr>
      <p:grpSpPr>
        <a:xfrm>
          <a:off x="0" y="0"/>
          <a:ext cx="0" cy="0"/>
          <a:chOff x="0" y="0"/>
          <a:chExt cx="0" cy="0"/>
        </a:xfrm>
      </p:grpSpPr>
      <p:pic>
        <p:nvPicPr>
          <p:cNvPr id="10" name="Graphic 9" descr="Home with solid fill">
            <a:extLst>
              <a:ext uri="{FF2B5EF4-FFF2-40B4-BE49-F238E27FC236}">
                <a16:creationId xmlns:a16="http://schemas.microsoft.com/office/drawing/2014/main" id="{895C6B56-7196-32F1-DEA3-8D4DB349751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265175">
            <a:off x="1589382" y="1535263"/>
            <a:ext cx="3787472" cy="3787472"/>
          </a:xfrm>
          <a:prstGeom prst="rect">
            <a:avLst/>
          </a:prstGeom>
        </p:spPr>
      </p:pic>
      <p:sp>
        <p:nvSpPr>
          <p:cNvPr id="23" name="Rectangle 22">
            <a:extLst>
              <a:ext uri="{FF2B5EF4-FFF2-40B4-BE49-F238E27FC236}">
                <a16:creationId xmlns:a16="http://schemas.microsoft.com/office/drawing/2014/main" id="{A4B83D36-BF27-A211-81D3-217B09B267B7}"/>
              </a:ext>
            </a:extLst>
          </p:cNvPr>
          <p:cNvSpPr/>
          <p:nvPr/>
        </p:nvSpPr>
        <p:spPr bwMode="auto">
          <a:xfrm>
            <a:off x="1897372" y="4710969"/>
            <a:ext cx="2408340" cy="318003"/>
          </a:xfrm>
          <a:prstGeom prst="rect">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Footer Placeholder 1">
            <a:extLst>
              <a:ext uri="{FF2B5EF4-FFF2-40B4-BE49-F238E27FC236}">
                <a16:creationId xmlns:a16="http://schemas.microsoft.com/office/drawing/2014/main" id="{0E7CAAF9-8654-4B2B-B156-BBDBB5562D6C}"/>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24B8F21E-AF33-3EE3-9EEB-19266A58CC89}"/>
              </a:ext>
            </a:extLst>
          </p:cNvPr>
          <p:cNvSpPr>
            <a:spLocks noGrp="1"/>
          </p:cNvSpPr>
          <p:nvPr>
            <p:ph type="sldNum" sz="quarter" idx="4"/>
          </p:nvPr>
        </p:nvSpPr>
        <p:spPr/>
        <p:txBody>
          <a:bodyPr/>
          <a:lstStyle/>
          <a:p>
            <a:fld id="{86CB4B4D-7CA3-9044-876B-883B54F8677D}" type="slidenum">
              <a:rPr lang="en-US" smtClean="0"/>
              <a:pPr/>
              <a:t>21</a:t>
            </a:fld>
            <a:endParaRPr lang="en-US"/>
          </a:p>
        </p:txBody>
      </p:sp>
      <p:sp>
        <p:nvSpPr>
          <p:cNvPr id="11" name="Title 22">
            <a:extLst>
              <a:ext uri="{FF2B5EF4-FFF2-40B4-BE49-F238E27FC236}">
                <a16:creationId xmlns:a16="http://schemas.microsoft.com/office/drawing/2014/main" id="{1135733F-4CAA-A7E1-D2C9-3FF277A075E1}"/>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grpSp>
        <p:nvGrpSpPr>
          <p:cNvPr id="19" name="Group 18">
            <a:extLst>
              <a:ext uri="{FF2B5EF4-FFF2-40B4-BE49-F238E27FC236}">
                <a16:creationId xmlns:a16="http://schemas.microsoft.com/office/drawing/2014/main" id="{E34F5808-1CCE-A0F5-E157-D89236FF71BD}"/>
              </a:ext>
            </a:extLst>
          </p:cNvPr>
          <p:cNvGrpSpPr/>
          <p:nvPr/>
        </p:nvGrpSpPr>
        <p:grpSpPr>
          <a:xfrm>
            <a:off x="1931304" y="4694614"/>
            <a:ext cx="2374408" cy="353805"/>
            <a:chOff x="4818362" y="5208164"/>
            <a:chExt cx="2374408" cy="353805"/>
          </a:xfrm>
        </p:grpSpPr>
        <p:pic>
          <p:nvPicPr>
            <p:cNvPr id="13" name="Graphic 12" descr="Broken Heart with solid fill">
              <a:extLst>
                <a:ext uri="{FF2B5EF4-FFF2-40B4-BE49-F238E27FC236}">
                  <a16:creationId xmlns:a16="http://schemas.microsoft.com/office/drawing/2014/main" id="{3A00594E-BFF1-A1E4-104B-93969A181C5F}"/>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5411964" y="5208164"/>
              <a:ext cx="593602" cy="353805"/>
            </a:xfrm>
            <a:prstGeom prst="rect">
              <a:avLst/>
            </a:prstGeom>
          </p:spPr>
        </p:pic>
        <p:pic>
          <p:nvPicPr>
            <p:cNvPr id="16" name="Graphic 15" descr="Broken Heart with solid fill">
              <a:extLst>
                <a:ext uri="{FF2B5EF4-FFF2-40B4-BE49-F238E27FC236}">
                  <a16:creationId xmlns:a16="http://schemas.microsoft.com/office/drawing/2014/main" id="{C1B2BC03-F5C0-22D8-3A17-5EC2F711A53B}"/>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005566" y="5208164"/>
              <a:ext cx="593602" cy="353805"/>
            </a:xfrm>
            <a:prstGeom prst="rect">
              <a:avLst/>
            </a:prstGeom>
          </p:spPr>
        </p:pic>
        <p:pic>
          <p:nvPicPr>
            <p:cNvPr id="17" name="Graphic 16" descr="Broken Heart with solid fill">
              <a:extLst>
                <a:ext uri="{FF2B5EF4-FFF2-40B4-BE49-F238E27FC236}">
                  <a16:creationId xmlns:a16="http://schemas.microsoft.com/office/drawing/2014/main" id="{47A147BE-A387-CAFC-7D73-F1E537E0FDCF}"/>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4818362" y="5208164"/>
              <a:ext cx="593602" cy="353805"/>
            </a:xfrm>
            <a:prstGeom prst="rect">
              <a:avLst/>
            </a:prstGeom>
          </p:spPr>
        </p:pic>
        <p:pic>
          <p:nvPicPr>
            <p:cNvPr id="18" name="Graphic 17" descr="Broken Heart with solid fill">
              <a:extLst>
                <a:ext uri="{FF2B5EF4-FFF2-40B4-BE49-F238E27FC236}">
                  <a16:creationId xmlns:a16="http://schemas.microsoft.com/office/drawing/2014/main" id="{980BC9CC-C121-AF2B-288E-B9A1801E5E3B}"/>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599168" y="5208164"/>
              <a:ext cx="593602" cy="353805"/>
            </a:xfrm>
            <a:prstGeom prst="rect">
              <a:avLst/>
            </a:prstGeom>
          </p:spPr>
        </p:pic>
      </p:grpSp>
    </p:spTree>
    <p:extLst>
      <p:ext uri="{BB962C8B-B14F-4D97-AF65-F5344CB8AC3E}">
        <p14:creationId xmlns:p14="http://schemas.microsoft.com/office/powerpoint/2010/main" val="867244747"/>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617980-1E24-7B77-8A79-234F64066DCB}"/>
            </a:ext>
          </a:extLst>
        </p:cNvPr>
        <p:cNvGrpSpPr/>
        <p:nvPr/>
      </p:nvGrpSpPr>
      <p:grpSpPr>
        <a:xfrm>
          <a:off x="0" y="0"/>
          <a:ext cx="0" cy="0"/>
          <a:chOff x="0" y="0"/>
          <a:chExt cx="0" cy="0"/>
        </a:xfrm>
      </p:grpSpPr>
      <p:pic>
        <p:nvPicPr>
          <p:cNvPr id="10" name="Graphic 9" descr="Home with solid fill">
            <a:extLst>
              <a:ext uri="{FF2B5EF4-FFF2-40B4-BE49-F238E27FC236}">
                <a16:creationId xmlns:a16="http://schemas.microsoft.com/office/drawing/2014/main" id="{12953062-BFEE-9CE9-3225-762A1CE07E5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265175">
            <a:off x="1589382" y="1535263"/>
            <a:ext cx="3787472" cy="3787472"/>
          </a:xfrm>
          <a:prstGeom prst="rect">
            <a:avLst/>
          </a:prstGeom>
        </p:spPr>
      </p:pic>
      <p:sp>
        <p:nvSpPr>
          <p:cNvPr id="23" name="Rectangle 22">
            <a:extLst>
              <a:ext uri="{FF2B5EF4-FFF2-40B4-BE49-F238E27FC236}">
                <a16:creationId xmlns:a16="http://schemas.microsoft.com/office/drawing/2014/main" id="{42474F72-5355-9010-844F-9E43AD927B82}"/>
              </a:ext>
            </a:extLst>
          </p:cNvPr>
          <p:cNvSpPr/>
          <p:nvPr/>
        </p:nvSpPr>
        <p:spPr bwMode="auto">
          <a:xfrm>
            <a:off x="1897372" y="4710969"/>
            <a:ext cx="2408340" cy="318003"/>
          </a:xfrm>
          <a:prstGeom prst="rect">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Footer Placeholder 1">
            <a:extLst>
              <a:ext uri="{FF2B5EF4-FFF2-40B4-BE49-F238E27FC236}">
                <a16:creationId xmlns:a16="http://schemas.microsoft.com/office/drawing/2014/main" id="{318A1ABC-2DDD-9C9C-DA8C-08678309FEE7}"/>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4BBB01CA-F945-09EB-9264-CCF03291082B}"/>
              </a:ext>
            </a:extLst>
          </p:cNvPr>
          <p:cNvSpPr>
            <a:spLocks noGrp="1"/>
          </p:cNvSpPr>
          <p:nvPr>
            <p:ph type="sldNum" sz="quarter" idx="4"/>
          </p:nvPr>
        </p:nvSpPr>
        <p:spPr/>
        <p:txBody>
          <a:bodyPr/>
          <a:lstStyle/>
          <a:p>
            <a:fld id="{86CB4B4D-7CA3-9044-876B-883B54F8677D}" type="slidenum">
              <a:rPr lang="en-US" smtClean="0"/>
              <a:pPr/>
              <a:t>22</a:t>
            </a:fld>
            <a:endParaRPr lang="en-US"/>
          </a:p>
        </p:txBody>
      </p:sp>
      <p:sp>
        <p:nvSpPr>
          <p:cNvPr id="11" name="Title 22">
            <a:extLst>
              <a:ext uri="{FF2B5EF4-FFF2-40B4-BE49-F238E27FC236}">
                <a16:creationId xmlns:a16="http://schemas.microsoft.com/office/drawing/2014/main" id="{0B98D5CD-59B6-5855-0D9A-626F300F30E0}"/>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grpSp>
        <p:nvGrpSpPr>
          <p:cNvPr id="19" name="Group 18">
            <a:extLst>
              <a:ext uri="{FF2B5EF4-FFF2-40B4-BE49-F238E27FC236}">
                <a16:creationId xmlns:a16="http://schemas.microsoft.com/office/drawing/2014/main" id="{C0423B79-C69C-44B6-1513-89D878854017}"/>
              </a:ext>
            </a:extLst>
          </p:cNvPr>
          <p:cNvGrpSpPr/>
          <p:nvPr/>
        </p:nvGrpSpPr>
        <p:grpSpPr>
          <a:xfrm>
            <a:off x="1931304" y="4694614"/>
            <a:ext cx="2374408" cy="353805"/>
            <a:chOff x="4818362" y="5208164"/>
            <a:chExt cx="2374408" cy="353805"/>
          </a:xfrm>
        </p:grpSpPr>
        <p:pic>
          <p:nvPicPr>
            <p:cNvPr id="13" name="Graphic 12" descr="Broken Heart with solid fill">
              <a:extLst>
                <a:ext uri="{FF2B5EF4-FFF2-40B4-BE49-F238E27FC236}">
                  <a16:creationId xmlns:a16="http://schemas.microsoft.com/office/drawing/2014/main" id="{BB579394-341C-E666-53CE-8C6BE4554BE8}"/>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5411964" y="5208164"/>
              <a:ext cx="593602" cy="353805"/>
            </a:xfrm>
            <a:prstGeom prst="rect">
              <a:avLst/>
            </a:prstGeom>
          </p:spPr>
        </p:pic>
        <p:pic>
          <p:nvPicPr>
            <p:cNvPr id="16" name="Graphic 15" descr="Broken Heart with solid fill">
              <a:extLst>
                <a:ext uri="{FF2B5EF4-FFF2-40B4-BE49-F238E27FC236}">
                  <a16:creationId xmlns:a16="http://schemas.microsoft.com/office/drawing/2014/main" id="{ED1443D8-8818-47D4-4AFB-9F80BAF1A2AD}"/>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005566" y="5208164"/>
              <a:ext cx="593602" cy="353805"/>
            </a:xfrm>
            <a:prstGeom prst="rect">
              <a:avLst/>
            </a:prstGeom>
          </p:spPr>
        </p:pic>
        <p:pic>
          <p:nvPicPr>
            <p:cNvPr id="17" name="Graphic 16" descr="Broken Heart with solid fill">
              <a:extLst>
                <a:ext uri="{FF2B5EF4-FFF2-40B4-BE49-F238E27FC236}">
                  <a16:creationId xmlns:a16="http://schemas.microsoft.com/office/drawing/2014/main" id="{2F62D05F-5908-29B0-396B-4B5BD07C9887}"/>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4818362" y="5208164"/>
              <a:ext cx="593602" cy="353805"/>
            </a:xfrm>
            <a:prstGeom prst="rect">
              <a:avLst/>
            </a:prstGeom>
          </p:spPr>
        </p:pic>
        <p:pic>
          <p:nvPicPr>
            <p:cNvPr id="18" name="Graphic 17" descr="Broken Heart with solid fill">
              <a:extLst>
                <a:ext uri="{FF2B5EF4-FFF2-40B4-BE49-F238E27FC236}">
                  <a16:creationId xmlns:a16="http://schemas.microsoft.com/office/drawing/2014/main" id="{789ABCA4-BB7C-4C0E-6CC8-B35ED653ECBC}"/>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599168" y="5208164"/>
              <a:ext cx="593602" cy="353805"/>
            </a:xfrm>
            <a:prstGeom prst="rect">
              <a:avLst/>
            </a:prstGeom>
          </p:spPr>
        </p:pic>
      </p:grpSp>
      <p:pic>
        <p:nvPicPr>
          <p:cNvPr id="21" name="Graphic 20" descr="Renovation (House With Sparkles) with solid fill">
            <a:extLst>
              <a:ext uri="{FF2B5EF4-FFF2-40B4-BE49-F238E27FC236}">
                <a16:creationId xmlns:a16="http://schemas.microsoft.com/office/drawing/2014/main" id="{7EFBA552-782E-80D1-3D83-6F746F83D3B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10024" y="1303616"/>
            <a:ext cx="3787472" cy="3787472"/>
          </a:xfrm>
          <a:prstGeom prst="rect">
            <a:avLst/>
          </a:prstGeom>
        </p:spPr>
      </p:pic>
      <p:sp>
        <p:nvSpPr>
          <p:cNvPr id="22" name="Rectangle 21">
            <a:extLst>
              <a:ext uri="{FF2B5EF4-FFF2-40B4-BE49-F238E27FC236}">
                <a16:creationId xmlns:a16="http://schemas.microsoft.com/office/drawing/2014/main" id="{7751374B-17E2-88DA-4F97-504E5C0FAC35}"/>
              </a:ext>
            </a:extLst>
          </p:cNvPr>
          <p:cNvSpPr/>
          <p:nvPr/>
        </p:nvSpPr>
        <p:spPr bwMode="auto">
          <a:xfrm>
            <a:off x="7899590" y="4675167"/>
            <a:ext cx="2408340" cy="353805"/>
          </a:xfrm>
          <a:prstGeom prst="rect">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ight Arrow 6">
            <a:extLst>
              <a:ext uri="{FF2B5EF4-FFF2-40B4-BE49-F238E27FC236}">
                <a16:creationId xmlns:a16="http://schemas.microsoft.com/office/drawing/2014/main" id="{9887ACEB-30D1-5D23-4084-CF758CA13C8F}"/>
              </a:ext>
            </a:extLst>
          </p:cNvPr>
          <p:cNvSpPr/>
          <p:nvPr/>
        </p:nvSpPr>
        <p:spPr bwMode="auto">
          <a:xfrm>
            <a:off x="5606796" y="3429000"/>
            <a:ext cx="978408" cy="484632"/>
          </a:xfrm>
          <a:prstGeom prst="rightArrow">
            <a:avLst/>
          </a:prstGeom>
          <a:solidFill>
            <a:schemeClr val="tx1"/>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Tree>
    <p:extLst>
      <p:ext uri="{BB962C8B-B14F-4D97-AF65-F5344CB8AC3E}">
        <p14:creationId xmlns:p14="http://schemas.microsoft.com/office/powerpoint/2010/main" val="3301548605"/>
      </p:ext>
    </p:extLst>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054708-A8D7-AAF9-3925-19F15EEEE18A}"/>
            </a:ext>
          </a:extLst>
        </p:cNvPr>
        <p:cNvGrpSpPr/>
        <p:nvPr/>
      </p:nvGrpSpPr>
      <p:grpSpPr>
        <a:xfrm>
          <a:off x="0" y="0"/>
          <a:ext cx="0" cy="0"/>
          <a:chOff x="0" y="0"/>
          <a:chExt cx="0" cy="0"/>
        </a:xfrm>
      </p:grpSpPr>
      <p:pic>
        <p:nvPicPr>
          <p:cNvPr id="10" name="Graphic 9" descr="Home with solid fill">
            <a:extLst>
              <a:ext uri="{FF2B5EF4-FFF2-40B4-BE49-F238E27FC236}">
                <a16:creationId xmlns:a16="http://schemas.microsoft.com/office/drawing/2014/main" id="{ACEF624D-809A-9FBC-3593-B891FF07427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265175">
            <a:off x="1589382" y="1535263"/>
            <a:ext cx="3787472" cy="3787472"/>
          </a:xfrm>
          <a:prstGeom prst="rect">
            <a:avLst/>
          </a:prstGeom>
        </p:spPr>
      </p:pic>
      <p:sp>
        <p:nvSpPr>
          <p:cNvPr id="23" name="Rectangle 22">
            <a:extLst>
              <a:ext uri="{FF2B5EF4-FFF2-40B4-BE49-F238E27FC236}">
                <a16:creationId xmlns:a16="http://schemas.microsoft.com/office/drawing/2014/main" id="{5735D10E-FCAC-FACD-9C9C-AD203836397F}"/>
              </a:ext>
            </a:extLst>
          </p:cNvPr>
          <p:cNvSpPr/>
          <p:nvPr/>
        </p:nvSpPr>
        <p:spPr bwMode="auto">
          <a:xfrm>
            <a:off x="1897372" y="4710969"/>
            <a:ext cx="2408340" cy="318003"/>
          </a:xfrm>
          <a:prstGeom prst="rect">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2" name="Footer Placeholder 1">
            <a:extLst>
              <a:ext uri="{FF2B5EF4-FFF2-40B4-BE49-F238E27FC236}">
                <a16:creationId xmlns:a16="http://schemas.microsoft.com/office/drawing/2014/main" id="{2574DFDE-2EB2-88A7-FE67-9516A611079F}"/>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1930F320-7F27-9264-A17E-78A4A36D0F2D}"/>
              </a:ext>
            </a:extLst>
          </p:cNvPr>
          <p:cNvSpPr>
            <a:spLocks noGrp="1"/>
          </p:cNvSpPr>
          <p:nvPr>
            <p:ph type="sldNum" sz="quarter" idx="4"/>
          </p:nvPr>
        </p:nvSpPr>
        <p:spPr/>
        <p:txBody>
          <a:bodyPr/>
          <a:lstStyle/>
          <a:p>
            <a:fld id="{86CB4B4D-7CA3-9044-876B-883B54F8677D}" type="slidenum">
              <a:rPr lang="en-US" smtClean="0"/>
              <a:pPr/>
              <a:t>23</a:t>
            </a:fld>
            <a:endParaRPr lang="en-US"/>
          </a:p>
        </p:txBody>
      </p:sp>
      <p:sp>
        <p:nvSpPr>
          <p:cNvPr id="11" name="Title 22">
            <a:extLst>
              <a:ext uri="{FF2B5EF4-FFF2-40B4-BE49-F238E27FC236}">
                <a16:creationId xmlns:a16="http://schemas.microsoft.com/office/drawing/2014/main" id="{A0A1509F-9297-E4E0-0CD3-520B5FE6D501}"/>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grpSp>
        <p:nvGrpSpPr>
          <p:cNvPr id="19" name="Group 18">
            <a:extLst>
              <a:ext uri="{FF2B5EF4-FFF2-40B4-BE49-F238E27FC236}">
                <a16:creationId xmlns:a16="http://schemas.microsoft.com/office/drawing/2014/main" id="{8FC2EB86-3CAA-9D88-D081-820FEF9E9B1E}"/>
              </a:ext>
            </a:extLst>
          </p:cNvPr>
          <p:cNvGrpSpPr/>
          <p:nvPr/>
        </p:nvGrpSpPr>
        <p:grpSpPr>
          <a:xfrm>
            <a:off x="1931304" y="4694614"/>
            <a:ext cx="2374408" cy="353805"/>
            <a:chOff x="4818362" y="5208164"/>
            <a:chExt cx="2374408" cy="353805"/>
          </a:xfrm>
        </p:grpSpPr>
        <p:pic>
          <p:nvPicPr>
            <p:cNvPr id="13" name="Graphic 12" descr="Broken Heart with solid fill">
              <a:extLst>
                <a:ext uri="{FF2B5EF4-FFF2-40B4-BE49-F238E27FC236}">
                  <a16:creationId xmlns:a16="http://schemas.microsoft.com/office/drawing/2014/main" id="{6206FCFB-DB01-D56A-146F-D4A305270507}"/>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5411964" y="5208164"/>
              <a:ext cx="593602" cy="353805"/>
            </a:xfrm>
            <a:prstGeom prst="rect">
              <a:avLst/>
            </a:prstGeom>
          </p:spPr>
        </p:pic>
        <p:pic>
          <p:nvPicPr>
            <p:cNvPr id="16" name="Graphic 15" descr="Broken Heart with solid fill">
              <a:extLst>
                <a:ext uri="{FF2B5EF4-FFF2-40B4-BE49-F238E27FC236}">
                  <a16:creationId xmlns:a16="http://schemas.microsoft.com/office/drawing/2014/main" id="{AA6CDB27-7FCD-D2C3-071A-A293D02EA82C}"/>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005566" y="5208164"/>
              <a:ext cx="593602" cy="353805"/>
            </a:xfrm>
            <a:prstGeom prst="rect">
              <a:avLst/>
            </a:prstGeom>
          </p:spPr>
        </p:pic>
        <p:pic>
          <p:nvPicPr>
            <p:cNvPr id="17" name="Graphic 16" descr="Broken Heart with solid fill">
              <a:extLst>
                <a:ext uri="{FF2B5EF4-FFF2-40B4-BE49-F238E27FC236}">
                  <a16:creationId xmlns:a16="http://schemas.microsoft.com/office/drawing/2014/main" id="{6750106B-5BD7-EA93-B090-05100A30F1E1}"/>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4818362" y="5208164"/>
              <a:ext cx="593602" cy="353805"/>
            </a:xfrm>
            <a:prstGeom prst="rect">
              <a:avLst/>
            </a:prstGeom>
          </p:spPr>
        </p:pic>
        <p:pic>
          <p:nvPicPr>
            <p:cNvPr id="18" name="Graphic 17" descr="Broken Heart with solid fill">
              <a:extLst>
                <a:ext uri="{FF2B5EF4-FFF2-40B4-BE49-F238E27FC236}">
                  <a16:creationId xmlns:a16="http://schemas.microsoft.com/office/drawing/2014/main" id="{548427D7-282A-3435-955E-4DCFA10B22CD}"/>
                </a:ext>
              </a:extLst>
            </p:cNvPr>
            <p:cNvPicPr>
              <a:picLocks noChangeAspect="1"/>
            </p:cNvPicPr>
            <p:nvPr/>
          </p:nvPicPr>
          <p:blipFill>
            <a:blip>
              <a:extLst>
                <a:ext uri="{96DAC541-7B7A-43D3-8B79-37D633B846F1}">
                  <asvg:svgBlip xmlns:asvg="http://schemas.microsoft.com/office/drawing/2016/SVG/main" r:embed="rId4"/>
                </a:ext>
              </a:extLst>
            </a:blip>
            <a:srcRect l="26784" t="22516" r="23951" b="50590"/>
            <a:stretch>
              <a:fillRect/>
            </a:stretch>
          </p:blipFill>
          <p:spPr>
            <a:xfrm>
              <a:off x="6599168" y="5208164"/>
              <a:ext cx="593602" cy="353805"/>
            </a:xfrm>
            <a:prstGeom prst="rect">
              <a:avLst/>
            </a:prstGeom>
          </p:spPr>
        </p:pic>
      </p:grpSp>
      <p:pic>
        <p:nvPicPr>
          <p:cNvPr id="21" name="Graphic 20" descr="Renovation (House With Sparkles) with solid fill">
            <a:extLst>
              <a:ext uri="{FF2B5EF4-FFF2-40B4-BE49-F238E27FC236}">
                <a16:creationId xmlns:a16="http://schemas.microsoft.com/office/drawing/2014/main" id="{2D521D23-A06D-3DD5-5E22-589F8CD363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10024" y="1303616"/>
            <a:ext cx="3787472" cy="3787472"/>
          </a:xfrm>
          <a:prstGeom prst="rect">
            <a:avLst/>
          </a:prstGeom>
        </p:spPr>
      </p:pic>
      <p:sp>
        <p:nvSpPr>
          <p:cNvPr id="22" name="Rectangle 21">
            <a:extLst>
              <a:ext uri="{FF2B5EF4-FFF2-40B4-BE49-F238E27FC236}">
                <a16:creationId xmlns:a16="http://schemas.microsoft.com/office/drawing/2014/main" id="{61A6B5F3-0C39-7F2C-3536-D0430666BD5B}"/>
              </a:ext>
            </a:extLst>
          </p:cNvPr>
          <p:cNvSpPr/>
          <p:nvPr/>
        </p:nvSpPr>
        <p:spPr bwMode="auto">
          <a:xfrm>
            <a:off x="7899590" y="4675167"/>
            <a:ext cx="2408340" cy="353805"/>
          </a:xfrm>
          <a:prstGeom prst="rect">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7" name="Right Arrow 6">
            <a:extLst>
              <a:ext uri="{FF2B5EF4-FFF2-40B4-BE49-F238E27FC236}">
                <a16:creationId xmlns:a16="http://schemas.microsoft.com/office/drawing/2014/main" id="{5FEB0F4B-A32E-5A91-CD60-3238C3CB90C1}"/>
              </a:ext>
            </a:extLst>
          </p:cNvPr>
          <p:cNvSpPr/>
          <p:nvPr/>
        </p:nvSpPr>
        <p:spPr bwMode="auto">
          <a:xfrm>
            <a:off x="5606796" y="3429000"/>
            <a:ext cx="978408" cy="484632"/>
          </a:xfrm>
          <a:prstGeom prst="rightArrow">
            <a:avLst/>
          </a:prstGeom>
          <a:solidFill>
            <a:schemeClr val="tx1"/>
          </a:solidFill>
          <a:ln w="19050">
            <a:solidFill>
              <a:schemeClr val="bg1"/>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4" name="TextBox 3">
            <a:extLst>
              <a:ext uri="{FF2B5EF4-FFF2-40B4-BE49-F238E27FC236}">
                <a16:creationId xmlns:a16="http://schemas.microsoft.com/office/drawing/2014/main" id="{0683DF7F-12EA-DD00-6427-ED98DD1448D6}"/>
              </a:ext>
            </a:extLst>
          </p:cNvPr>
          <p:cNvSpPr txBox="1"/>
          <p:nvPr/>
        </p:nvSpPr>
        <p:spPr>
          <a:xfrm>
            <a:off x="7469623" y="5209058"/>
            <a:ext cx="3194672" cy="48463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oAutofit/>
          </a:bodyPr>
          <a:lstStyle/>
          <a:p>
            <a:pPr algn="l" defTabSz="2438400">
              <a:spcBef>
                <a:spcPts val="2900"/>
              </a:spcBef>
              <a:buSzPct val="100000"/>
            </a:pPr>
            <a:r>
              <a:rPr lang="en-US" sz="2000" b="1" kern="0">
                <a:ea typeface="+mj-ea"/>
                <a:cs typeface="+mj-cs"/>
                <a:sym typeface="IBM Plex Sans Light"/>
              </a:rPr>
              <a:t>Your requirements!</a:t>
            </a:r>
          </a:p>
        </p:txBody>
      </p:sp>
      <p:sp>
        <p:nvSpPr>
          <p:cNvPr id="20" name="Circular Arrow 19">
            <a:extLst>
              <a:ext uri="{FF2B5EF4-FFF2-40B4-BE49-F238E27FC236}">
                <a16:creationId xmlns:a16="http://schemas.microsoft.com/office/drawing/2014/main" id="{59EADD2C-BF4E-7C59-01D7-7AB025AC6C42}"/>
              </a:ext>
            </a:extLst>
          </p:cNvPr>
          <p:cNvSpPr/>
          <p:nvPr/>
        </p:nvSpPr>
        <p:spPr bwMode="auto">
          <a:xfrm flipV="1">
            <a:off x="9497816" y="4853203"/>
            <a:ext cx="596543" cy="595071"/>
          </a:xfrm>
          <a:prstGeom prst="circularArrow">
            <a:avLst>
              <a:gd name="adj1" fmla="val 3236"/>
              <a:gd name="adj2" fmla="val 492534"/>
              <a:gd name="adj3" fmla="val 20978397"/>
              <a:gd name="adj4" fmla="val 15271440"/>
              <a:gd name="adj5" fmla="val 5058"/>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Tree>
    <p:extLst>
      <p:ext uri="{BB962C8B-B14F-4D97-AF65-F5344CB8AC3E}">
        <p14:creationId xmlns:p14="http://schemas.microsoft.com/office/powerpoint/2010/main" val="925808886"/>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ECBBB30D-5A39-F26B-0B6A-93753459704D}"/>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3362F8B4-6EAA-02FA-7461-FBE2F28D41C4}"/>
              </a:ext>
            </a:extLst>
          </p:cNvPr>
          <p:cNvSpPr>
            <a:spLocks noGrp="1"/>
          </p:cNvSpPr>
          <p:nvPr>
            <p:ph type="sldNum" sz="quarter" idx="4"/>
          </p:nvPr>
        </p:nvSpPr>
        <p:spPr/>
        <p:txBody>
          <a:bodyPr/>
          <a:lstStyle/>
          <a:p>
            <a:fld id="{86CB4B4D-7CA3-9044-876B-883B54F8677D}" type="slidenum">
              <a:rPr lang="en-US" smtClean="0"/>
              <a:pPr/>
              <a:t>24</a:t>
            </a:fld>
            <a:endParaRPr lang="en-US"/>
          </a:p>
        </p:txBody>
      </p:sp>
      <p:sp>
        <p:nvSpPr>
          <p:cNvPr id="4" name="Text Placeholder 3">
            <a:extLst>
              <a:ext uri="{FF2B5EF4-FFF2-40B4-BE49-F238E27FC236}">
                <a16:creationId xmlns:a16="http://schemas.microsoft.com/office/drawing/2014/main" id="{1CCEF309-00F7-CE6D-1367-8D1A9158247E}"/>
              </a:ext>
            </a:extLst>
          </p:cNvPr>
          <p:cNvSpPr>
            <a:spLocks noGrp="1"/>
          </p:cNvSpPr>
          <p:nvPr>
            <p:ph type="body" sz="quarter" idx="19"/>
          </p:nvPr>
        </p:nvSpPr>
        <p:spPr/>
        <p:txBody>
          <a:bodyPr/>
          <a:lstStyle/>
          <a:p>
            <a:r>
              <a:rPr lang="en-US"/>
              <a:t>Real world problems are messy.</a:t>
            </a:r>
          </a:p>
          <a:p>
            <a:endParaRPr lang="en-US"/>
          </a:p>
          <a:p>
            <a:r>
              <a:rPr lang="en-US"/>
              <a:t>Bob is here to guide you.</a:t>
            </a:r>
          </a:p>
          <a:p>
            <a:endParaRPr lang="en-US"/>
          </a:p>
        </p:txBody>
      </p:sp>
      <p:pic>
        <p:nvPicPr>
          <p:cNvPr id="5" name="Graphic 4" descr="Map with pin with solid fill">
            <a:extLst>
              <a:ext uri="{FF2B5EF4-FFF2-40B4-BE49-F238E27FC236}">
                <a16:creationId xmlns:a16="http://schemas.microsoft.com/office/drawing/2014/main" id="{D13FC2C9-36B5-F7D8-E9F0-0EC7B230DD3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11136" y="-97737"/>
            <a:ext cx="4289877" cy="4289877"/>
          </a:xfrm>
          <a:prstGeom prst="rect">
            <a:avLst/>
          </a:prstGeom>
        </p:spPr>
      </p:pic>
      <p:pic>
        <p:nvPicPr>
          <p:cNvPr id="6" name="Graphic 5">
            <a:extLst>
              <a:ext uri="{FF2B5EF4-FFF2-40B4-BE49-F238E27FC236}">
                <a16:creationId xmlns:a16="http://schemas.microsoft.com/office/drawing/2014/main" id="{70A2CA57-9E49-7EC9-C3DB-A92678D939E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372699" y="1765171"/>
            <a:ext cx="4676874" cy="4676874"/>
          </a:xfrm>
          <a:custGeom>
            <a:avLst/>
            <a:gdLst/>
            <a:ahLst/>
            <a:cxnLst/>
            <a:rect l="l" t="t" r="r" b="b"/>
            <a:pathLst>
              <a:path w="6094252" h="6857998">
                <a:moveTo>
                  <a:pt x="0" y="0"/>
                </a:moveTo>
                <a:lnTo>
                  <a:pt x="5898122" y="0"/>
                </a:lnTo>
                <a:cubicBezTo>
                  <a:pt x="6006442" y="0"/>
                  <a:pt x="6094252" y="87810"/>
                  <a:pt x="6094252" y="196130"/>
                </a:cubicBezTo>
                <a:lnTo>
                  <a:pt x="6094252" y="6661869"/>
                </a:lnTo>
                <a:cubicBezTo>
                  <a:pt x="6094252" y="6756649"/>
                  <a:pt x="6027023" y="6835726"/>
                  <a:pt x="5937649" y="6854015"/>
                </a:cubicBezTo>
                <a:lnTo>
                  <a:pt x="5898132" y="6857998"/>
                </a:lnTo>
                <a:lnTo>
                  <a:pt x="0" y="6857998"/>
                </a:lnTo>
                <a:close/>
              </a:path>
            </a:pathLst>
          </a:custGeom>
        </p:spPr>
      </p:pic>
      <p:sp>
        <p:nvSpPr>
          <p:cNvPr id="7" name="Title 22">
            <a:extLst>
              <a:ext uri="{FF2B5EF4-FFF2-40B4-BE49-F238E27FC236}">
                <a16:creationId xmlns:a16="http://schemas.microsoft.com/office/drawing/2014/main" id="{82F7EE1F-A3C6-1814-A344-63534ACDD945}"/>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spTree>
    <p:extLst>
      <p:ext uri="{BB962C8B-B14F-4D97-AF65-F5344CB8AC3E}">
        <p14:creationId xmlns:p14="http://schemas.microsoft.com/office/powerpoint/2010/main" val="3807342757"/>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2381693A-E351-AB1E-703C-32454231FC0C}"/>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38CF1EDC-DCCD-70FD-8FE3-E05D08068525}"/>
              </a:ext>
            </a:extLst>
          </p:cNvPr>
          <p:cNvSpPr>
            <a:spLocks noGrp="1"/>
          </p:cNvSpPr>
          <p:nvPr>
            <p:ph type="sldNum" sz="quarter" idx="4"/>
          </p:nvPr>
        </p:nvSpPr>
        <p:spPr/>
        <p:txBody>
          <a:bodyPr/>
          <a:lstStyle/>
          <a:p>
            <a:fld id="{86CB4B4D-7CA3-9044-876B-883B54F8677D}" type="slidenum">
              <a:rPr lang="en-US" smtClean="0"/>
              <a:pPr/>
              <a:t>25</a:t>
            </a:fld>
            <a:endParaRPr lang="en-US"/>
          </a:p>
        </p:txBody>
      </p:sp>
      <p:sp>
        <p:nvSpPr>
          <p:cNvPr id="5" name="Title 22">
            <a:extLst>
              <a:ext uri="{FF2B5EF4-FFF2-40B4-BE49-F238E27FC236}">
                <a16:creationId xmlns:a16="http://schemas.microsoft.com/office/drawing/2014/main" id="{6E4B225E-71F0-0D9A-E17D-4DA293DFB0A1}"/>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pic>
        <p:nvPicPr>
          <p:cNvPr id="6" name="Graphic 5" descr="Map with pin with solid fill">
            <a:extLst>
              <a:ext uri="{FF2B5EF4-FFF2-40B4-BE49-F238E27FC236}">
                <a16:creationId xmlns:a16="http://schemas.microsoft.com/office/drawing/2014/main" id="{5FFFFC8B-FB11-EDB1-FCFF-D12D091B64A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40079" y="0"/>
            <a:ext cx="6111842" cy="6111842"/>
          </a:xfrm>
          <a:prstGeom prst="rect">
            <a:avLst/>
          </a:prstGeom>
        </p:spPr>
      </p:pic>
      <p:sp>
        <p:nvSpPr>
          <p:cNvPr id="9" name="TextBox 8">
            <a:extLst>
              <a:ext uri="{FF2B5EF4-FFF2-40B4-BE49-F238E27FC236}">
                <a16:creationId xmlns:a16="http://schemas.microsoft.com/office/drawing/2014/main" id="{8F00530F-1860-2D54-B0FB-3B57DDAF5A46}"/>
              </a:ext>
            </a:extLst>
          </p:cNvPr>
          <p:cNvSpPr txBox="1"/>
          <p:nvPr/>
        </p:nvSpPr>
        <p:spPr>
          <a:xfrm>
            <a:off x="6172200" y="805543"/>
            <a:ext cx="0" cy="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oAutofit/>
          </a:bodyPr>
          <a:lstStyle/>
          <a:p>
            <a:pPr marL="444465" indent="-446749" algn="l" defTabSz="2438400">
              <a:spcBef>
                <a:spcPts val="2900"/>
              </a:spcBef>
              <a:buSzPct val="100000"/>
              <a:buFontTx/>
              <a:buChar char="–"/>
            </a:pPr>
            <a:endParaRPr lang="en-US" kern="0">
              <a:solidFill>
                <a:srgbClr val="000000"/>
              </a:solidFill>
              <a:ea typeface="+mj-ea"/>
              <a:cs typeface="+mj-cs"/>
              <a:sym typeface="IBM Plex Sans Light"/>
            </a:endParaRPr>
          </a:p>
        </p:txBody>
      </p:sp>
    </p:spTree>
    <p:extLst>
      <p:ext uri="{BB962C8B-B14F-4D97-AF65-F5344CB8AC3E}">
        <p14:creationId xmlns:p14="http://schemas.microsoft.com/office/powerpoint/2010/main" val="1242181797"/>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1077EA-BB45-3552-F786-A2859CD26A22}"/>
            </a:ext>
          </a:extLst>
        </p:cNvPr>
        <p:cNvGrpSpPr/>
        <p:nvPr/>
      </p:nvGrpSpPr>
      <p:grpSpPr>
        <a:xfrm>
          <a:off x="0" y="0"/>
          <a:ext cx="0" cy="0"/>
          <a:chOff x="0" y="0"/>
          <a:chExt cx="0" cy="0"/>
        </a:xfrm>
      </p:grpSpPr>
      <p:sp>
        <p:nvSpPr>
          <p:cNvPr id="3" name="Footer Placeholder 2">
            <a:extLst>
              <a:ext uri="{FF2B5EF4-FFF2-40B4-BE49-F238E27FC236}">
                <a16:creationId xmlns:a16="http://schemas.microsoft.com/office/drawing/2014/main" id="{3C1B12B9-62DB-0BE7-A140-F3DB9EACEF60}"/>
              </a:ext>
            </a:extLst>
          </p:cNvPr>
          <p:cNvSpPr>
            <a:spLocks noGrp="1"/>
          </p:cNvSpPr>
          <p:nvPr>
            <p:ph type="ftr" sz="quarter" idx="12"/>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58C8AEDD-BB02-31D7-4269-68243139DA31}"/>
              </a:ext>
            </a:extLst>
          </p:cNvPr>
          <p:cNvSpPr>
            <a:spLocks noGrp="1"/>
          </p:cNvSpPr>
          <p:nvPr>
            <p:ph type="sldNum" sz="quarter" idx="4"/>
          </p:nvPr>
        </p:nvSpPr>
        <p:spPr/>
        <p:txBody>
          <a:bodyPr/>
          <a:lstStyle/>
          <a:p>
            <a:fld id="{86CB4B4D-7CA3-9044-876B-883B54F8677D}" type="slidenum">
              <a:rPr lang="en-US" smtClean="0"/>
              <a:pPr/>
              <a:t>26</a:t>
            </a:fld>
            <a:endParaRPr lang="en-US"/>
          </a:p>
        </p:txBody>
      </p:sp>
      <p:sp>
        <p:nvSpPr>
          <p:cNvPr id="5" name="Title 22">
            <a:extLst>
              <a:ext uri="{FF2B5EF4-FFF2-40B4-BE49-F238E27FC236}">
                <a16:creationId xmlns:a16="http://schemas.microsoft.com/office/drawing/2014/main" id="{593B749C-6CDC-B77B-CC32-7F5B0A26C893}"/>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pic>
        <p:nvPicPr>
          <p:cNvPr id="6" name="Graphic 5" descr="Map with pin with solid fill">
            <a:extLst>
              <a:ext uri="{FF2B5EF4-FFF2-40B4-BE49-F238E27FC236}">
                <a16:creationId xmlns:a16="http://schemas.microsoft.com/office/drawing/2014/main" id="{375BD8BC-EBBC-E28D-FF53-DD4BBD086EB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40079" y="0"/>
            <a:ext cx="6111842" cy="6111842"/>
          </a:xfrm>
          <a:prstGeom prst="rect">
            <a:avLst/>
          </a:prstGeom>
        </p:spPr>
      </p:pic>
      <p:sp>
        <p:nvSpPr>
          <p:cNvPr id="7" name="TextBox 6">
            <a:extLst>
              <a:ext uri="{FF2B5EF4-FFF2-40B4-BE49-F238E27FC236}">
                <a16:creationId xmlns:a16="http://schemas.microsoft.com/office/drawing/2014/main" id="{BDAEFEF0-C174-B915-606A-2D4BC5DA1FA4}"/>
              </a:ext>
            </a:extLst>
          </p:cNvPr>
          <p:cNvSpPr txBox="1"/>
          <p:nvPr/>
        </p:nvSpPr>
        <p:spPr>
          <a:xfrm>
            <a:off x="2092449" y="401923"/>
            <a:ext cx="3194672" cy="48463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none" lIns="0" tIns="0" rIns="0" bIns="0" rtlCol="0">
            <a:noAutofit/>
          </a:bodyPr>
          <a:lstStyle/>
          <a:p>
            <a:pPr algn="l" defTabSz="2438400">
              <a:spcBef>
                <a:spcPts val="2900"/>
              </a:spcBef>
              <a:buSzPct val="100000"/>
            </a:pPr>
            <a:r>
              <a:rPr lang="en-US" sz="3600" b="1" kern="0">
                <a:ea typeface="+mj-ea"/>
                <a:cs typeface="+mj-cs"/>
                <a:sym typeface="IBM Plex Sans Light"/>
              </a:rPr>
              <a:t>Validation Criteria</a:t>
            </a:r>
          </a:p>
        </p:txBody>
      </p:sp>
      <p:sp>
        <p:nvSpPr>
          <p:cNvPr id="8" name="Circular Arrow 7">
            <a:extLst>
              <a:ext uri="{FF2B5EF4-FFF2-40B4-BE49-F238E27FC236}">
                <a16:creationId xmlns:a16="http://schemas.microsoft.com/office/drawing/2014/main" id="{44AC664E-0BE3-BD6B-65FE-3E98FF090E00}"/>
              </a:ext>
            </a:extLst>
          </p:cNvPr>
          <p:cNvSpPr/>
          <p:nvPr/>
        </p:nvSpPr>
        <p:spPr bwMode="auto">
          <a:xfrm rot="20172967">
            <a:off x="5437488" y="598715"/>
            <a:ext cx="1317025" cy="1619724"/>
          </a:xfrm>
          <a:prstGeom prst="circularArrow">
            <a:avLst>
              <a:gd name="adj1" fmla="val 3236"/>
              <a:gd name="adj2" fmla="val 492534"/>
              <a:gd name="adj3" fmla="val 20978397"/>
              <a:gd name="adj4" fmla="val 16784354"/>
              <a:gd name="adj5" fmla="val 5058"/>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Tree>
    <p:extLst>
      <p:ext uri="{BB962C8B-B14F-4D97-AF65-F5344CB8AC3E}">
        <p14:creationId xmlns:p14="http://schemas.microsoft.com/office/powerpoint/2010/main" val="1836100511"/>
      </p:ext>
    </p:extLst>
  </p:cSld>
  <p:clrMapOvr>
    <a:masterClrMapping/>
  </p:clrMapOvr>
  <p:transition spd="me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80E35D6-015E-E484-4B12-C9993EE4107F}"/>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1280CDB7-3AB2-1AD6-F944-C465B850E4EF}"/>
              </a:ext>
            </a:extLst>
          </p:cNvPr>
          <p:cNvSpPr>
            <a:spLocks noGrp="1"/>
          </p:cNvSpPr>
          <p:nvPr>
            <p:ph type="sldNum" sz="quarter" idx="4"/>
          </p:nvPr>
        </p:nvSpPr>
        <p:spPr/>
        <p:txBody>
          <a:bodyPr/>
          <a:lstStyle/>
          <a:p>
            <a:fld id="{86CB4B4D-7CA3-9044-876B-883B54F8677D}" type="slidenum">
              <a:rPr lang="en-US" smtClean="0"/>
              <a:pPr/>
              <a:t>27</a:t>
            </a:fld>
            <a:endParaRPr lang="en-US"/>
          </a:p>
        </p:txBody>
      </p:sp>
      <p:sp>
        <p:nvSpPr>
          <p:cNvPr id="4" name="Text Placeholder 3">
            <a:extLst>
              <a:ext uri="{FF2B5EF4-FFF2-40B4-BE49-F238E27FC236}">
                <a16:creationId xmlns:a16="http://schemas.microsoft.com/office/drawing/2014/main" id="{BAB008E0-C597-3C41-4B67-8A2665A21BBE}"/>
              </a:ext>
            </a:extLst>
          </p:cNvPr>
          <p:cNvSpPr>
            <a:spLocks noGrp="1"/>
          </p:cNvSpPr>
          <p:nvPr>
            <p:ph type="body" sz="quarter" idx="19"/>
          </p:nvPr>
        </p:nvSpPr>
        <p:spPr/>
        <p:txBody>
          <a:bodyPr/>
          <a:lstStyle/>
          <a:p>
            <a:r>
              <a:rPr lang="en-US"/>
              <a:t>This is the </a:t>
            </a:r>
            <a:r>
              <a:rPr lang="en-US" b="1">
                <a:solidFill>
                  <a:srgbClr val="0043CE"/>
                </a:solidFill>
              </a:rPr>
              <a:t>ownership</a:t>
            </a:r>
            <a:r>
              <a:rPr lang="en-US"/>
              <a:t> phase.</a:t>
            </a:r>
          </a:p>
        </p:txBody>
      </p:sp>
      <p:sp>
        <p:nvSpPr>
          <p:cNvPr id="5" name="Title 22">
            <a:extLst>
              <a:ext uri="{FF2B5EF4-FFF2-40B4-BE49-F238E27FC236}">
                <a16:creationId xmlns:a16="http://schemas.microsoft.com/office/drawing/2014/main" id="{8B9A082B-5478-1ACC-B69A-AC0C775638CA}"/>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spTree>
    <p:extLst>
      <p:ext uri="{BB962C8B-B14F-4D97-AF65-F5344CB8AC3E}">
        <p14:creationId xmlns:p14="http://schemas.microsoft.com/office/powerpoint/2010/main" val="2901947236"/>
      </p:ext>
    </p:extLst>
  </p:cSld>
  <p:clrMapOvr>
    <a:masterClrMapping/>
  </p:clrMapOvr>
  <p:transition spd="me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DE8A96-3FCC-4D89-C7A2-F82F35C83D0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5BAF6CEB-5810-EB7E-16A9-A4427191BCEC}"/>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6C7DEBBE-2AA5-4644-0EB4-D7DAADF6EBCF}"/>
              </a:ext>
            </a:extLst>
          </p:cNvPr>
          <p:cNvSpPr>
            <a:spLocks noGrp="1"/>
          </p:cNvSpPr>
          <p:nvPr>
            <p:ph type="sldNum" sz="quarter" idx="4"/>
          </p:nvPr>
        </p:nvSpPr>
        <p:spPr/>
        <p:txBody>
          <a:bodyPr/>
          <a:lstStyle/>
          <a:p>
            <a:fld id="{86CB4B4D-7CA3-9044-876B-883B54F8677D}" type="slidenum">
              <a:rPr lang="en-US" smtClean="0"/>
              <a:pPr/>
              <a:t>28</a:t>
            </a:fld>
            <a:endParaRPr lang="en-US"/>
          </a:p>
        </p:txBody>
      </p:sp>
      <p:sp>
        <p:nvSpPr>
          <p:cNvPr id="4" name="Text Placeholder 3">
            <a:extLst>
              <a:ext uri="{FF2B5EF4-FFF2-40B4-BE49-F238E27FC236}">
                <a16:creationId xmlns:a16="http://schemas.microsoft.com/office/drawing/2014/main" id="{29EE7A7A-030C-1EE0-64E2-9D687B9A2BFE}"/>
              </a:ext>
            </a:extLst>
          </p:cNvPr>
          <p:cNvSpPr>
            <a:spLocks noGrp="1"/>
          </p:cNvSpPr>
          <p:nvPr>
            <p:ph type="body" sz="quarter" idx="19"/>
          </p:nvPr>
        </p:nvSpPr>
        <p:spPr/>
        <p:txBody>
          <a:bodyPr/>
          <a:lstStyle/>
          <a:p>
            <a:r>
              <a:rPr lang="en-US" dirty="0"/>
              <a:t>Introducing Your Codebase</a:t>
            </a:r>
          </a:p>
        </p:txBody>
      </p:sp>
      <p:sp>
        <p:nvSpPr>
          <p:cNvPr id="5" name="Title 22">
            <a:extLst>
              <a:ext uri="{FF2B5EF4-FFF2-40B4-BE49-F238E27FC236}">
                <a16:creationId xmlns:a16="http://schemas.microsoft.com/office/drawing/2014/main" id="{6C24B4A3-165D-0C55-D605-DD8769670C49}"/>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spTree>
    <p:extLst>
      <p:ext uri="{BB962C8B-B14F-4D97-AF65-F5344CB8AC3E}">
        <p14:creationId xmlns:p14="http://schemas.microsoft.com/office/powerpoint/2010/main" val="4277398060"/>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4075AE-7F83-F644-A2EC-3FB844F83D86}"/>
              </a:ext>
            </a:extLst>
          </p:cNvPr>
          <p:cNvSpPr>
            <a:spLocks noGrp="1"/>
          </p:cNvSpPr>
          <p:nvPr>
            <p:ph type="title"/>
          </p:nvPr>
        </p:nvSpPr>
        <p:spPr/>
        <p:txBody>
          <a:bodyPr/>
          <a:lstStyle/>
          <a:p>
            <a:r>
              <a:rPr lang="en-US">
                <a:latin typeface="+mj-lt"/>
              </a:rPr>
              <a:t>Activity: Design Thinking for Software Requirements</a:t>
            </a:r>
          </a:p>
        </p:txBody>
      </p:sp>
      <p:sp>
        <p:nvSpPr>
          <p:cNvPr id="3" name="Footer Placeholder 2">
            <a:extLst>
              <a:ext uri="{FF2B5EF4-FFF2-40B4-BE49-F238E27FC236}">
                <a16:creationId xmlns:a16="http://schemas.microsoft.com/office/drawing/2014/main" id="{3B9BA2A1-4880-F131-8615-4B59307C246C}"/>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756ED364-AEEC-9710-4974-A378464C1EBC}"/>
              </a:ext>
            </a:extLst>
          </p:cNvPr>
          <p:cNvSpPr>
            <a:spLocks noGrp="1"/>
          </p:cNvSpPr>
          <p:nvPr>
            <p:ph type="sldNum" sz="quarter" idx="4"/>
          </p:nvPr>
        </p:nvSpPr>
        <p:spPr/>
        <p:txBody>
          <a:bodyPr/>
          <a:lstStyle/>
          <a:p>
            <a:fld id="{86CB4B4D-7CA3-9044-876B-883B54F8677D}" type="slidenum">
              <a:rPr lang="en-US" smtClean="0"/>
              <a:pPr/>
              <a:t>29</a:t>
            </a:fld>
            <a:endParaRPr lang="en-US"/>
          </a:p>
        </p:txBody>
      </p:sp>
      <p:sp>
        <p:nvSpPr>
          <p:cNvPr id="5" name="Title 22">
            <a:extLst>
              <a:ext uri="{FF2B5EF4-FFF2-40B4-BE49-F238E27FC236}">
                <a16:creationId xmlns:a16="http://schemas.microsoft.com/office/drawing/2014/main" id="{B1B1B6E5-B680-9426-F6B9-439E1C47D1CB}"/>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spTree>
    <p:extLst>
      <p:ext uri="{BB962C8B-B14F-4D97-AF65-F5344CB8AC3E}">
        <p14:creationId xmlns:p14="http://schemas.microsoft.com/office/powerpoint/2010/main" val="3521779723"/>
      </p:ext>
    </p:extLst>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2BA54-08A3-1A25-1821-FB4E8FFF1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3603FA-CEE4-2FCE-87C3-CD5115B2FDA5}"/>
              </a:ext>
            </a:extLst>
          </p:cNvPr>
          <p:cNvSpPr>
            <a:spLocks noGrp="1"/>
          </p:cNvSpPr>
          <p:nvPr>
            <p:ph type="title"/>
          </p:nvPr>
        </p:nvSpPr>
        <p:spPr/>
        <p:txBody>
          <a:bodyPr/>
          <a:lstStyle/>
          <a:p>
            <a:r>
              <a:rPr lang="en-US">
                <a:latin typeface="+mj-lt"/>
              </a:rPr>
              <a:t>Activity: Using an Agent to Understand your Codebase</a:t>
            </a:r>
          </a:p>
        </p:txBody>
      </p:sp>
      <p:sp>
        <p:nvSpPr>
          <p:cNvPr id="3" name="Footer Placeholder 2">
            <a:extLst>
              <a:ext uri="{FF2B5EF4-FFF2-40B4-BE49-F238E27FC236}">
                <a16:creationId xmlns:a16="http://schemas.microsoft.com/office/drawing/2014/main" id="{0AB391B9-0A8B-DC12-CCBC-CC69B3345E43}"/>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2FDC91FE-6165-E493-083B-FD931B0EE1C5}"/>
              </a:ext>
            </a:extLst>
          </p:cNvPr>
          <p:cNvSpPr>
            <a:spLocks noGrp="1"/>
          </p:cNvSpPr>
          <p:nvPr>
            <p:ph type="sldNum" sz="quarter" idx="4"/>
          </p:nvPr>
        </p:nvSpPr>
        <p:spPr/>
        <p:txBody>
          <a:bodyPr/>
          <a:lstStyle/>
          <a:p>
            <a:fld id="{86CB4B4D-7CA3-9044-876B-883B54F8677D}" type="slidenum">
              <a:rPr lang="en-US" smtClean="0"/>
              <a:pPr/>
              <a:t>30</a:t>
            </a:fld>
            <a:endParaRPr lang="en-US"/>
          </a:p>
        </p:txBody>
      </p:sp>
      <p:sp>
        <p:nvSpPr>
          <p:cNvPr id="5" name="Title 22">
            <a:extLst>
              <a:ext uri="{FF2B5EF4-FFF2-40B4-BE49-F238E27FC236}">
                <a16:creationId xmlns:a16="http://schemas.microsoft.com/office/drawing/2014/main" id="{EE200A50-B4F0-3F45-40D4-BA1BB33328A7}"/>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1: Requirements Gathering</a:t>
            </a:r>
          </a:p>
        </p:txBody>
      </p:sp>
    </p:spTree>
    <p:extLst>
      <p:ext uri="{BB962C8B-B14F-4D97-AF65-F5344CB8AC3E}">
        <p14:creationId xmlns:p14="http://schemas.microsoft.com/office/powerpoint/2010/main" val="1253282883"/>
      </p:ext>
    </p:extLst>
  </p:cSld>
  <p:clrMapOvr>
    <a:masterClrMapping/>
  </p:clrMapOvr>
  <p:transition spd="me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D6AF8892-4C7B-5534-6E77-052B324BDDB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CFA6969E-6EA9-62AA-CFE8-843EDF6379FC}"/>
              </a:ext>
            </a:extLst>
          </p:cNvPr>
          <p:cNvSpPr>
            <a:spLocks noGrp="1"/>
          </p:cNvSpPr>
          <p:nvPr>
            <p:ph type="sldNum" sz="quarter" idx="4"/>
          </p:nvPr>
        </p:nvSpPr>
        <p:spPr/>
        <p:txBody>
          <a:bodyPr/>
          <a:lstStyle/>
          <a:p>
            <a:fld id="{86CB4B4D-7CA3-9044-876B-883B54F8677D}" type="slidenum">
              <a:rPr lang="en-US" smtClean="0"/>
              <a:pPr/>
              <a:t>31</a:t>
            </a:fld>
            <a:endParaRPr lang="en-US"/>
          </a:p>
        </p:txBody>
      </p:sp>
      <p:sp>
        <p:nvSpPr>
          <p:cNvPr id="4" name="Text Placeholder 3">
            <a:extLst>
              <a:ext uri="{FF2B5EF4-FFF2-40B4-BE49-F238E27FC236}">
                <a16:creationId xmlns:a16="http://schemas.microsoft.com/office/drawing/2014/main" id="{CA257FAB-1F94-EE13-D74B-D6B501ED5A6B}"/>
              </a:ext>
            </a:extLst>
          </p:cNvPr>
          <p:cNvSpPr>
            <a:spLocks noGrp="1"/>
          </p:cNvSpPr>
          <p:nvPr>
            <p:ph type="body" sz="quarter" idx="19"/>
          </p:nvPr>
        </p:nvSpPr>
        <p:spPr/>
        <p:txBody>
          <a:bodyPr/>
          <a:lstStyle/>
          <a:p>
            <a:r>
              <a:rPr lang="en-US" dirty="0"/>
              <a:t>Module 2: Spec Creation</a:t>
            </a:r>
          </a:p>
        </p:txBody>
      </p:sp>
    </p:spTree>
    <p:extLst>
      <p:ext uri="{BB962C8B-B14F-4D97-AF65-F5344CB8AC3E}">
        <p14:creationId xmlns:p14="http://schemas.microsoft.com/office/powerpoint/2010/main" val="701917173"/>
      </p:ext>
    </p:extLst>
  </p:cSld>
  <p:clrMapOvr>
    <a:masterClrMapping/>
  </p:clrMapOvr>
  <p:transition spd="me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5B608-8DC8-D723-2BC8-FF5838A64CD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1A6A11F-4A7F-DAF1-48AB-C103E0BD738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294A2CC3-B294-70D0-D4E0-F50367B5293B}"/>
              </a:ext>
            </a:extLst>
          </p:cNvPr>
          <p:cNvSpPr>
            <a:spLocks noGrp="1"/>
          </p:cNvSpPr>
          <p:nvPr>
            <p:ph type="sldNum" sz="quarter" idx="4"/>
          </p:nvPr>
        </p:nvSpPr>
        <p:spPr/>
        <p:txBody>
          <a:bodyPr/>
          <a:lstStyle/>
          <a:p>
            <a:fld id="{86CB4B4D-7CA3-9044-876B-883B54F8677D}" type="slidenum">
              <a:rPr lang="en-US" smtClean="0"/>
              <a:pPr/>
              <a:t>32</a:t>
            </a:fld>
            <a:endParaRPr lang="en-US"/>
          </a:p>
        </p:txBody>
      </p:sp>
      <p:sp>
        <p:nvSpPr>
          <p:cNvPr id="4" name="Text Placeholder 3">
            <a:extLst>
              <a:ext uri="{FF2B5EF4-FFF2-40B4-BE49-F238E27FC236}">
                <a16:creationId xmlns:a16="http://schemas.microsoft.com/office/drawing/2014/main" id="{94F28C0C-EE76-F4BB-4CEA-299CFE85FB45}"/>
              </a:ext>
            </a:extLst>
          </p:cNvPr>
          <p:cNvSpPr>
            <a:spLocks noGrp="1"/>
          </p:cNvSpPr>
          <p:nvPr>
            <p:ph type="body" sz="quarter" idx="19"/>
          </p:nvPr>
        </p:nvSpPr>
        <p:spPr/>
        <p:txBody>
          <a:bodyPr/>
          <a:lstStyle/>
          <a:p>
            <a:r>
              <a:rPr lang="en-US"/>
              <a:t>The Initial Prompt</a:t>
            </a:r>
          </a:p>
        </p:txBody>
      </p:sp>
      <p:sp>
        <p:nvSpPr>
          <p:cNvPr id="9" name="Title 22">
            <a:extLst>
              <a:ext uri="{FF2B5EF4-FFF2-40B4-BE49-F238E27FC236}">
                <a16:creationId xmlns:a16="http://schemas.microsoft.com/office/drawing/2014/main" id="{E77E0890-52B9-5B03-66D9-59FEC4D85B5D}"/>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Spec Creation</a:t>
            </a:r>
          </a:p>
        </p:txBody>
      </p:sp>
    </p:spTree>
    <p:extLst>
      <p:ext uri="{BB962C8B-B14F-4D97-AF65-F5344CB8AC3E}">
        <p14:creationId xmlns:p14="http://schemas.microsoft.com/office/powerpoint/2010/main" val="1616396987"/>
      </p:ext>
    </p:extLst>
  </p:cSld>
  <p:clrMapOvr>
    <a:masterClrMapping/>
  </p:clrMapOvr>
  <p:transition spd="me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F48C54-9305-5509-C4BF-47DDCEDF61E4}"/>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E2D1CAB-728E-E605-10C7-100A43495B0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0A182846-397F-43C8-DC13-A0F0DF2813FB}"/>
              </a:ext>
            </a:extLst>
          </p:cNvPr>
          <p:cNvSpPr>
            <a:spLocks noGrp="1"/>
          </p:cNvSpPr>
          <p:nvPr>
            <p:ph type="sldNum" sz="quarter" idx="4"/>
          </p:nvPr>
        </p:nvSpPr>
        <p:spPr/>
        <p:txBody>
          <a:bodyPr/>
          <a:lstStyle/>
          <a:p>
            <a:fld id="{86CB4B4D-7CA3-9044-876B-883B54F8677D}" type="slidenum">
              <a:rPr lang="en-US" smtClean="0"/>
              <a:pPr/>
              <a:t>33</a:t>
            </a:fld>
            <a:endParaRPr lang="en-US"/>
          </a:p>
        </p:txBody>
      </p:sp>
      <p:sp>
        <p:nvSpPr>
          <p:cNvPr id="9" name="Title 22">
            <a:extLst>
              <a:ext uri="{FF2B5EF4-FFF2-40B4-BE49-F238E27FC236}">
                <a16:creationId xmlns:a16="http://schemas.microsoft.com/office/drawing/2014/main" id="{0A215102-BC1B-3533-B29D-2B7BBFEB5A29}"/>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Spec Creation</a:t>
            </a:r>
          </a:p>
        </p:txBody>
      </p:sp>
      <p:pic>
        <p:nvPicPr>
          <p:cNvPr id="11" name="Graphic 10" descr="Paper outline">
            <a:extLst>
              <a:ext uri="{FF2B5EF4-FFF2-40B4-BE49-F238E27FC236}">
                <a16:creationId xmlns:a16="http://schemas.microsoft.com/office/drawing/2014/main" id="{9B51D563-2A8F-A33E-32EB-15F4662FD1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64101" y="1529025"/>
            <a:ext cx="4215750" cy="4215750"/>
          </a:xfrm>
          <a:prstGeom prst="rect">
            <a:avLst/>
          </a:prstGeom>
        </p:spPr>
      </p:pic>
      <p:sp>
        <p:nvSpPr>
          <p:cNvPr id="23" name="Oval 22">
            <a:extLst>
              <a:ext uri="{FF2B5EF4-FFF2-40B4-BE49-F238E27FC236}">
                <a16:creationId xmlns:a16="http://schemas.microsoft.com/office/drawing/2014/main" id="{27D2CFFC-F6F7-F690-144D-E512441DC552}"/>
              </a:ext>
            </a:extLst>
          </p:cNvPr>
          <p:cNvSpPr/>
          <p:nvPr/>
        </p:nvSpPr>
        <p:spPr bwMode="auto">
          <a:xfrm>
            <a:off x="5733503" y="3258556"/>
            <a:ext cx="1828801" cy="1871654"/>
          </a:xfrm>
          <a:prstGeom prst="ellipse">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pic>
        <p:nvPicPr>
          <p:cNvPr id="22" name="Graphic 21" descr="Zoom in outline">
            <a:extLst>
              <a:ext uri="{FF2B5EF4-FFF2-40B4-BE49-F238E27FC236}">
                <a16:creationId xmlns:a16="http://schemas.microsoft.com/office/drawing/2014/main" id="{7A5C6A22-58A9-1FFC-0F4B-28B997CBA0A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12105" y="2874834"/>
            <a:ext cx="3181409" cy="3181409"/>
          </a:xfrm>
          <a:prstGeom prst="rect">
            <a:avLst/>
          </a:prstGeom>
        </p:spPr>
      </p:pic>
      <p:sp>
        <p:nvSpPr>
          <p:cNvPr id="24" name="Text Placeholder 3">
            <a:extLst>
              <a:ext uri="{FF2B5EF4-FFF2-40B4-BE49-F238E27FC236}">
                <a16:creationId xmlns:a16="http://schemas.microsoft.com/office/drawing/2014/main" id="{AD32A978-3CC7-E071-324A-7D5A5BC4D038}"/>
              </a:ext>
            </a:extLst>
          </p:cNvPr>
          <p:cNvSpPr>
            <a:spLocks noGrp="1"/>
          </p:cNvSpPr>
          <p:nvPr>
            <p:ph type="body" sz="quarter" idx="19"/>
          </p:nvPr>
        </p:nvSpPr>
        <p:spPr>
          <a:xfrm>
            <a:off x="287963" y="154800"/>
            <a:ext cx="7323771" cy="5178133"/>
          </a:xfrm>
        </p:spPr>
        <p:txBody>
          <a:bodyPr/>
          <a:lstStyle/>
          <a:p>
            <a:r>
              <a:rPr lang="en-US" dirty="0"/>
              <a:t>Reviewing and Refining</a:t>
            </a:r>
          </a:p>
        </p:txBody>
      </p:sp>
    </p:spTree>
    <p:extLst>
      <p:ext uri="{BB962C8B-B14F-4D97-AF65-F5344CB8AC3E}">
        <p14:creationId xmlns:p14="http://schemas.microsoft.com/office/powerpoint/2010/main" val="1987147128"/>
      </p:ext>
    </p:extLst>
  </p:cSld>
  <p:clrMapOvr>
    <a:masterClrMapping/>
  </p:clrMapOvr>
  <p:transition spd="me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4274D-D072-415E-16DA-10690536717E}"/>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96E56225-33A3-1556-55A4-C149A29ECFE2}"/>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D022F019-6139-C4A9-8772-74318E74977B}"/>
              </a:ext>
            </a:extLst>
          </p:cNvPr>
          <p:cNvSpPr>
            <a:spLocks noGrp="1"/>
          </p:cNvSpPr>
          <p:nvPr>
            <p:ph type="sldNum" sz="quarter" idx="4"/>
          </p:nvPr>
        </p:nvSpPr>
        <p:spPr/>
        <p:txBody>
          <a:bodyPr/>
          <a:lstStyle/>
          <a:p>
            <a:fld id="{86CB4B4D-7CA3-9044-876B-883B54F8677D}" type="slidenum">
              <a:rPr lang="en-US" smtClean="0"/>
              <a:pPr/>
              <a:t>34</a:t>
            </a:fld>
            <a:endParaRPr lang="en-US"/>
          </a:p>
        </p:txBody>
      </p:sp>
      <p:sp>
        <p:nvSpPr>
          <p:cNvPr id="4" name="Text Placeholder 3">
            <a:extLst>
              <a:ext uri="{FF2B5EF4-FFF2-40B4-BE49-F238E27FC236}">
                <a16:creationId xmlns:a16="http://schemas.microsoft.com/office/drawing/2014/main" id="{F5C275F4-A2F8-5A5F-FA24-DB1FA3F8CBC3}"/>
              </a:ext>
            </a:extLst>
          </p:cNvPr>
          <p:cNvSpPr>
            <a:spLocks noGrp="1"/>
          </p:cNvSpPr>
          <p:nvPr>
            <p:ph type="body" sz="quarter" idx="19"/>
          </p:nvPr>
        </p:nvSpPr>
        <p:spPr>
          <a:xfrm>
            <a:off x="287964" y="154800"/>
            <a:ext cx="7252868" cy="5178133"/>
          </a:xfrm>
        </p:spPr>
        <p:txBody>
          <a:bodyPr/>
          <a:lstStyle/>
          <a:p>
            <a:r>
              <a:rPr lang="en-US"/>
              <a:t>Agent </a:t>
            </a:r>
            <a:r>
              <a:rPr lang="en-US" b="1">
                <a:solidFill>
                  <a:srgbClr val="F1C21B"/>
                </a:solidFill>
              </a:rPr>
              <a:t>autonomy</a:t>
            </a:r>
            <a:r>
              <a:rPr lang="en-US"/>
              <a:t> increases, but </a:t>
            </a:r>
            <a:r>
              <a:rPr lang="en-US" b="1">
                <a:solidFill>
                  <a:srgbClr val="0043CE"/>
                </a:solidFill>
              </a:rPr>
              <a:t>you</a:t>
            </a:r>
            <a:r>
              <a:rPr lang="en-US"/>
              <a:t> remain the decision maker</a:t>
            </a:r>
          </a:p>
        </p:txBody>
      </p:sp>
      <p:sp>
        <p:nvSpPr>
          <p:cNvPr id="9" name="Title 22">
            <a:extLst>
              <a:ext uri="{FF2B5EF4-FFF2-40B4-BE49-F238E27FC236}">
                <a16:creationId xmlns:a16="http://schemas.microsoft.com/office/drawing/2014/main" id="{0B1703B8-C560-CAA7-30E0-D685F7606BE3}"/>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Spec Creation</a:t>
            </a:r>
          </a:p>
        </p:txBody>
      </p:sp>
    </p:spTree>
    <p:extLst>
      <p:ext uri="{BB962C8B-B14F-4D97-AF65-F5344CB8AC3E}">
        <p14:creationId xmlns:p14="http://schemas.microsoft.com/office/powerpoint/2010/main" val="1330655796"/>
      </p:ext>
    </p:extLst>
  </p:cSld>
  <p:clrMapOvr>
    <a:masterClrMapping/>
  </p:clrMapOvr>
  <p:transition spd="me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158E12-1DA5-8298-6AD8-FE8EF4251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906BD-68C1-18FA-E7CB-8B7FA61898ED}"/>
              </a:ext>
            </a:extLst>
          </p:cNvPr>
          <p:cNvSpPr>
            <a:spLocks noGrp="1"/>
          </p:cNvSpPr>
          <p:nvPr>
            <p:ph type="title"/>
          </p:nvPr>
        </p:nvSpPr>
        <p:spPr/>
        <p:txBody>
          <a:bodyPr/>
          <a:lstStyle/>
          <a:p>
            <a:r>
              <a:rPr lang="en-US">
                <a:latin typeface="+mj-lt"/>
              </a:rPr>
              <a:t>Activity: Creating a high-quality spec</a:t>
            </a:r>
          </a:p>
        </p:txBody>
      </p:sp>
      <p:sp>
        <p:nvSpPr>
          <p:cNvPr id="3" name="Footer Placeholder 2">
            <a:extLst>
              <a:ext uri="{FF2B5EF4-FFF2-40B4-BE49-F238E27FC236}">
                <a16:creationId xmlns:a16="http://schemas.microsoft.com/office/drawing/2014/main" id="{61E94131-6049-4347-376F-47A159FFD147}"/>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EF752E40-C6AC-0B70-4EDE-C13611D997D8}"/>
              </a:ext>
            </a:extLst>
          </p:cNvPr>
          <p:cNvSpPr>
            <a:spLocks noGrp="1"/>
          </p:cNvSpPr>
          <p:nvPr>
            <p:ph type="sldNum" sz="quarter" idx="4"/>
          </p:nvPr>
        </p:nvSpPr>
        <p:spPr/>
        <p:txBody>
          <a:bodyPr/>
          <a:lstStyle/>
          <a:p>
            <a:fld id="{86CB4B4D-7CA3-9044-876B-883B54F8677D}" type="slidenum">
              <a:rPr lang="en-US" smtClean="0"/>
              <a:pPr/>
              <a:t>35</a:t>
            </a:fld>
            <a:endParaRPr lang="en-US"/>
          </a:p>
        </p:txBody>
      </p:sp>
      <p:sp>
        <p:nvSpPr>
          <p:cNvPr id="6" name="Title 22">
            <a:extLst>
              <a:ext uri="{FF2B5EF4-FFF2-40B4-BE49-F238E27FC236}">
                <a16:creationId xmlns:a16="http://schemas.microsoft.com/office/drawing/2014/main" id="{0A7DCEE6-CAED-1C76-F265-C3746C8B265E}"/>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2: Spec Creation</a:t>
            </a:r>
          </a:p>
        </p:txBody>
      </p:sp>
    </p:spTree>
    <p:extLst>
      <p:ext uri="{BB962C8B-B14F-4D97-AF65-F5344CB8AC3E}">
        <p14:creationId xmlns:p14="http://schemas.microsoft.com/office/powerpoint/2010/main" val="3646205473"/>
      </p:ext>
    </p:extLst>
  </p:cSld>
  <p:clrMapOvr>
    <a:masterClrMapping/>
  </p:clrMapOvr>
  <p:transition spd="me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5B9AF9C3-AEC5-E422-B912-67DD6F80AE00}"/>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2977AEB1-C2ED-D10E-0CF0-8361AF8C14DD}"/>
              </a:ext>
            </a:extLst>
          </p:cNvPr>
          <p:cNvSpPr>
            <a:spLocks noGrp="1"/>
          </p:cNvSpPr>
          <p:nvPr>
            <p:ph type="sldNum" sz="quarter" idx="4"/>
          </p:nvPr>
        </p:nvSpPr>
        <p:spPr/>
        <p:txBody>
          <a:bodyPr/>
          <a:lstStyle/>
          <a:p>
            <a:fld id="{86CB4B4D-7CA3-9044-876B-883B54F8677D}" type="slidenum">
              <a:rPr lang="en-US" smtClean="0"/>
              <a:pPr/>
              <a:t>36</a:t>
            </a:fld>
            <a:endParaRPr lang="en-US"/>
          </a:p>
        </p:txBody>
      </p:sp>
      <p:sp>
        <p:nvSpPr>
          <p:cNvPr id="4" name="Text Placeholder 3">
            <a:extLst>
              <a:ext uri="{FF2B5EF4-FFF2-40B4-BE49-F238E27FC236}">
                <a16:creationId xmlns:a16="http://schemas.microsoft.com/office/drawing/2014/main" id="{AB802823-BADE-2432-5553-8D03428BAEA7}"/>
              </a:ext>
            </a:extLst>
          </p:cNvPr>
          <p:cNvSpPr>
            <a:spLocks noGrp="1"/>
          </p:cNvSpPr>
          <p:nvPr>
            <p:ph type="body" sz="quarter" idx="19"/>
          </p:nvPr>
        </p:nvSpPr>
        <p:spPr/>
        <p:txBody>
          <a:bodyPr/>
          <a:lstStyle/>
          <a:p>
            <a:r>
              <a:rPr lang="en-US"/>
              <a:t>Module 3: Implementation</a:t>
            </a:r>
          </a:p>
        </p:txBody>
      </p:sp>
    </p:spTree>
    <p:extLst>
      <p:ext uri="{BB962C8B-B14F-4D97-AF65-F5344CB8AC3E}">
        <p14:creationId xmlns:p14="http://schemas.microsoft.com/office/powerpoint/2010/main" val="3566487457"/>
      </p:ext>
    </p:extLst>
  </p:cSld>
  <p:clrMapOvr>
    <a:masterClrMapping/>
  </p:clrMapOvr>
  <p:transition spd="me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FC09A-1C15-76F9-9B77-CC6F63DDE7D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1B5608AC-E278-02C4-8D0E-02822AA1C67B}"/>
              </a:ext>
            </a:extLst>
          </p:cNvPr>
          <p:cNvSpPr>
            <a:spLocks noGrp="1"/>
          </p:cNvSpPr>
          <p:nvPr>
            <p:ph type="ftr" sz="quarter" idx="18"/>
          </p:nvPr>
        </p:nvSpPr>
        <p:spPr/>
        <p:txBody>
          <a:bodyPr/>
          <a:lstStyle/>
          <a:p>
            <a:r>
              <a:rPr lang="en-US" dirty="0"/>
              <a:t>Agentic Engineering in Practice</a:t>
            </a:r>
          </a:p>
        </p:txBody>
      </p:sp>
      <p:sp>
        <p:nvSpPr>
          <p:cNvPr id="3" name="Slide Number Placeholder 2">
            <a:extLst>
              <a:ext uri="{FF2B5EF4-FFF2-40B4-BE49-F238E27FC236}">
                <a16:creationId xmlns:a16="http://schemas.microsoft.com/office/drawing/2014/main" id="{C3F465DD-BA01-3246-5A2B-71ABAF68F2D2}"/>
              </a:ext>
            </a:extLst>
          </p:cNvPr>
          <p:cNvSpPr>
            <a:spLocks noGrp="1"/>
          </p:cNvSpPr>
          <p:nvPr>
            <p:ph type="sldNum" sz="quarter" idx="4"/>
          </p:nvPr>
        </p:nvSpPr>
        <p:spPr/>
        <p:txBody>
          <a:bodyPr/>
          <a:lstStyle/>
          <a:p>
            <a:fld id="{86CB4B4D-7CA3-9044-876B-883B54F8677D}" type="slidenum">
              <a:rPr lang="en-US" smtClean="0"/>
              <a:pPr/>
              <a:t>37</a:t>
            </a:fld>
            <a:endParaRPr lang="en-US"/>
          </a:p>
        </p:txBody>
      </p:sp>
      <p:sp>
        <p:nvSpPr>
          <p:cNvPr id="4" name="Text Placeholder 3">
            <a:extLst>
              <a:ext uri="{FF2B5EF4-FFF2-40B4-BE49-F238E27FC236}">
                <a16:creationId xmlns:a16="http://schemas.microsoft.com/office/drawing/2014/main" id="{3CF4CC79-20B1-7825-CF95-372F66FD16F0}"/>
              </a:ext>
            </a:extLst>
          </p:cNvPr>
          <p:cNvSpPr>
            <a:spLocks noGrp="1"/>
          </p:cNvSpPr>
          <p:nvPr>
            <p:ph type="body" sz="quarter" idx="19"/>
          </p:nvPr>
        </p:nvSpPr>
        <p:spPr>
          <a:xfrm>
            <a:off x="287963" y="154800"/>
            <a:ext cx="6045601" cy="5178133"/>
          </a:xfrm>
        </p:spPr>
        <p:txBody>
          <a:bodyPr/>
          <a:lstStyle/>
          <a:p>
            <a:r>
              <a:rPr lang="en-US" dirty="0"/>
              <a:t>Supervision is a balancing act</a:t>
            </a:r>
          </a:p>
        </p:txBody>
      </p:sp>
      <p:sp>
        <p:nvSpPr>
          <p:cNvPr id="9" name="Title 22">
            <a:extLst>
              <a:ext uri="{FF2B5EF4-FFF2-40B4-BE49-F238E27FC236}">
                <a16:creationId xmlns:a16="http://schemas.microsoft.com/office/drawing/2014/main" id="{711E381F-3C19-D425-917D-B111CB1830F7}"/>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3: Implementation</a:t>
            </a:r>
          </a:p>
        </p:txBody>
      </p:sp>
      <p:pic>
        <p:nvPicPr>
          <p:cNvPr id="16" name="Graphic 15" descr="Scales of justice outline">
            <a:extLst>
              <a:ext uri="{FF2B5EF4-FFF2-40B4-BE49-F238E27FC236}">
                <a16:creationId xmlns:a16="http://schemas.microsoft.com/office/drawing/2014/main" id="{3485BA08-100B-3F73-9F2D-6A1228C629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07904" y="940904"/>
            <a:ext cx="4976191" cy="4976191"/>
          </a:xfrm>
          <a:prstGeom prst="rect">
            <a:avLst/>
          </a:prstGeom>
        </p:spPr>
      </p:pic>
    </p:spTree>
    <p:extLst>
      <p:ext uri="{BB962C8B-B14F-4D97-AF65-F5344CB8AC3E}">
        <p14:creationId xmlns:p14="http://schemas.microsoft.com/office/powerpoint/2010/main" val="1838982985"/>
      </p:ext>
    </p:extLst>
  </p:cSld>
  <p:clrMapOvr>
    <a:masterClrMapping/>
  </p:clrMapOvr>
  <p:transition spd="me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2CF8EA-664D-244E-E69B-EB7E4E068475}"/>
              </a:ext>
            </a:extLst>
          </p:cNvPr>
          <p:cNvSpPr>
            <a:spLocks noGrp="1"/>
          </p:cNvSpPr>
          <p:nvPr>
            <p:ph type="sldNum" sz="quarter" idx="4"/>
          </p:nvPr>
        </p:nvSpPr>
        <p:spPr/>
        <p:txBody>
          <a:bodyPr/>
          <a:lstStyle/>
          <a:p>
            <a:fld id="{86CB4B4D-7CA3-9044-876B-883B54F8677D}" type="slidenum">
              <a:rPr lang="en-US" smtClean="0"/>
              <a:pPr/>
              <a:t>38</a:t>
            </a:fld>
            <a:endParaRPr lang="en-US"/>
          </a:p>
        </p:txBody>
      </p:sp>
      <p:sp>
        <p:nvSpPr>
          <p:cNvPr id="4" name="Text Placeholder 3">
            <a:extLst>
              <a:ext uri="{FF2B5EF4-FFF2-40B4-BE49-F238E27FC236}">
                <a16:creationId xmlns:a16="http://schemas.microsoft.com/office/drawing/2014/main" id="{61AC48DA-94DA-E009-06DA-786BDA66CA0B}"/>
              </a:ext>
            </a:extLst>
          </p:cNvPr>
          <p:cNvSpPr>
            <a:spLocks noGrp="1"/>
          </p:cNvSpPr>
          <p:nvPr>
            <p:ph type="body" sz="quarter" idx="19"/>
          </p:nvPr>
        </p:nvSpPr>
        <p:spPr>
          <a:xfrm>
            <a:off x="287963" y="154800"/>
            <a:ext cx="10145575" cy="5178133"/>
          </a:xfrm>
        </p:spPr>
        <p:txBody>
          <a:bodyPr/>
          <a:lstStyle/>
          <a:p>
            <a:r>
              <a:rPr lang="en-US" dirty="0"/>
              <a:t>Consider the Ralph Loop:</a:t>
            </a:r>
          </a:p>
          <a:p>
            <a:endParaRPr lang="en-US" sz="3600" dirty="0"/>
          </a:p>
          <a:p>
            <a:pPr marL="571500" lvl="0" indent="-571500">
              <a:buFont typeface="Arial" panose="020B0604020202020204" pitchFamily="34" charset="0"/>
              <a:buChar char="•"/>
            </a:pPr>
            <a:r>
              <a:rPr lang="en-US" sz="3400" b="1" dirty="0"/>
              <a:t>Read</a:t>
            </a:r>
            <a:r>
              <a:rPr lang="en-US" sz="3400" dirty="0"/>
              <a:t> the spec and current state.</a:t>
            </a:r>
          </a:p>
          <a:p>
            <a:pPr marL="571500" lvl="0" indent="-571500">
              <a:buFont typeface="Arial" panose="020B0604020202020204" pitchFamily="34" charset="0"/>
              <a:buChar char="•"/>
            </a:pPr>
            <a:r>
              <a:rPr lang="en-US" sz="3400" b="1" dirty="0"/>
              <a:t>Select</a:t>
            </a:r>
            <a:r>
              <a:rPr lang="en-US" sz="3400" dirty="0"/>
              <a:t> the next highest-priority task.</a:t>
            </a:r>
          </a:p>
          <a:p>
            <a:pPr marL="571500" lvl="0" indent="-571500">
              <a:buFont typeface="Arial" panose="020B0604020202020204" pitchFamily="34" charset="0"/>
              <a:buChar char="•"/>
            </a:pPr>
            <a:r>
              <a:rPr lang="en-US" sz="3400" b="1" dirty="0"/>
              <a:t>Implement</a:t>
            </a:r>
            <a:r>
              <a:rPr lang="en-US" sz="3400" dirty="0"/>
              <a:t> the task.</a:t>
            </a:r>
          </a:p>
          <a:p>
            <a:pPr marL="571500" lvl="0" indent="-571500">
              <a:buFont typeface="Arial" panose="020B0604020202020204" pitchFamily="34" charset="0"/>
              <a:buChar char="•"/>
            </a:pPr>
            <a:r>
              <a:rPr lang="en-US" sz="3400" dirty="0"/>
              <a:t>Run </a:t>
            </a:r>
            <a:r>
              <a:rPr lang="en-US" sz="3400" b="1" dirty="0"/>
              <a:t>tests, linting, </a:t>
            </a:r>
            <a:r>
              <a:rPr lang="en-US" sz="3400" dirty="0"/>
              <a:t>or</a:t>
            </a:r>
            <a:r>
              <a:rPr lang="en-US" sz="3400" b="1" dirty="0"/>
              <a:t> validation</a:t>
            </a:r>
            <a:r>
              <a:rPr lang="en-US" sz="3400" dirty="0"/>
              <a:t>.</a:t>
            </a:r>
          </a:p>
          <a:p>
            <a:pPr marL="571500" lvl="0" indent="-571500">
              <a:buFont typeface="Arial" panose="020B0604020202020204" pitchFamily="34" charset="0"/>
              <a:buChar char="•"/>
            </a:pPr>
            <a:r>
              <a:rPr lang="en-US" sz="3400" b="1" dirty="0"/>
              <a:t>Record</a:t>
            </a:r>
            <a:r>
              <a:rPr lang="en-US" sz="3400" dirty="0"/>
              <a:t> progress.</a:t>
            </a:r>
          </a:p>
          <a:p>
            <a:pPr marL="571500" lvl="0" indent="-571500">
              <a:buFont typeface="Arial" panose="020B0604020202020204" pitchFamily="34" charset="0"/>
              <a:buChar char="•"/>
            </a:pPr>
            <a:r>
              <a:rPr lang="en-US" sz="3400" b="1" dirty="0"/>
              <a:t>Restart</a:t>
            </a:r>
            <a:r>
              <a:rPr lang="en-US" sz="3400" dirty="0"/>
              <a:t> with fresh context.</a:t>
            </a:r>
          </a:p>
          <a:p>
            <a:pPr marL="571500" lvl="0" indent="-571500">
              <a:buFont typeface="Arial" panose="020B0604020202020204" pitchFamily="34" charset="0"/>
              <a:buChar char="•"/>
            </a:pPr>
            <a:r>
              <a:rPr lang="en-US" sz="3400" b="1" dirty="0"/>
              <a:t>Repeat</a:t>
            </a:r>
            <a:r>
              <a:rPr lang="en-US" sz="3400" dirty="0"/>
              <a:t> until all tasks are complete.</a:t>
            </a:r>
          </a:p>
          <a:p>
            <a:endParaRPr lang="en-US" dirty="0"/>
          </a:p>
        </p:txBody>
      </p:sp>
      <p:sp>
        <p:nvSpPr>
          <p:cNvPr id="6" name="Footer Placeholder 1">
            <a:extLst>
              <a:ext uri="{FF2B5EF4-FFF2-40B4-BE49-F238E27FC236}">
                <a16:creationId xmlns:a16="http://schemas.microsoft.com/office/drawing/2014/main" id="{BECDE82E-F01E-184A-BEAA-ED1BBE50C735}"/>
              </a:ext>
            </a:extLst>
          </p:cNvPr>
          <p:cNvSpPr>
            <a:spLocks noGrp="1"/>
          </p:cNvSpPr>
          <p:nvPr>
            <p:ph type="ftr" sz="quarter" idx="18"/>
          </p:nvPr>
        </p:nvSpPr>
        <p:spPr>
          <a:xfrm>
            <a:off x="287963" y="6408000"/>
            <a:ext cx="2471416" cy="190500"/>
          </a:xfrm>
        </p:spPr>
        <p:txBody>
          <a:bodyPr/>
          <a:lstStyle/>
          <a:p>
            <a:r>
              <a:rPr lang="en-US" dirty="0"/>
              <a:t>Agentic Engineering in Practice</a:t>
            </a:r>
          </a:p>
        </p:txBody>
      </p:sp>
      <p:sp>
        <p:nvSpPr>
          <p:cNvPr id="7" name="Title 22">
            <a:extLst>
              <a:ext uri="{FF2B5EF4-FFF2-40B4-BE49-F238E27FC236}">
                <a16:creationId xmlns:a16="http://schemas.microsoft.com/office/drawing/2014/main" id="{8EE16A28-E6A3-5704-51A5-14DEDE59F22F}"/>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3: Implementation</a:t>
            </a:r>
          </a:p>
        </p:txBody>
      </p:sp>
    </p:spTree>
    <p:extLst>
      <p:ext uri="{BB962C8B-B14F-4D97-AF65-F5344CB8AC3E}">
        <p14:creationId xmlns:p14="http://schemas.microsoft.com/office/powerpoint/2010/main" val="3735170757"/>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A8C96-4561-528E-90D0-5ADF0B15F3F7}"/>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FC92C6C4-A3A0-6FC0-122E-2ACBF3977F09}"/>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5B4C24DA-F5ED-710E-AD05-08F54D3E3A76}"/>
              </a:ext>
            </a:extLst>
          </p:cNvPr>
          <p:cNvSpPr>
            <a:spLocks noGrp="1"/>
          </p:cNvSpPr>
          <p:nvPr>
            <p:ph type="sldNum" sz="quarter" idx="4"/>
          </p:nvPr>
        </p:nvSpPr>
        <p:spPr/>
        <p:txBody>
          <a:bodyPr/>
          <a:lstStyle/>
          <a:p>
            <a:fld id="{86CB4B4D-7CA3-9044-876B-883B54F8677D}" type="slidenum">
              <a:rPr lang="en-US" smtClean="0"/>
              <a:pPr/>
              <a:t>39</a:t>
            </a:fld>
            <a:endParaRPr lang="en-US"/>
          </a:p>
        </p:txBody>
      </p:sp>
      <p:sp>
        <p:nvSpPr>
          <p:cNvPr id="4" name="Text Placeholder 3">
            <a:extLst>
              <a:ext uri="{FF2B5EF4-FFF2-40B4-BE49-F238E27FC236}">
                <a16:creationId xmlns:a16="http://schemas.microsoft.com/office/drawing/2014/main" id="{C062D768-00ED-B3A7-78FC-4E6F28609773}"/>
              </a:ext>
            </a:extLst>
          </p:cNvPr>
          <p:cNvSpPr>
            <a:spLocks noGrp="1"/>
          </p:cNvSpPr>
          <p:nvPr>
            <p:ph type="body" sz="quarter" idx="19"/>
          </p:nvPr>
        </p:nvSpPr>
        <p:spPr>
          <a:xfrm>
            <a:off x="287963" y="284871"/>
            <a:ext cx="7323771" cy="5178133"/>
          </a:xfrm>
        </p:spPr>
        <p:txBody>
          <a:bodyPr/>
          <a:lstStyle/>
          <a:p>
            <a:r>
              <a:rPr lang="en-US"/>
              <a:t>Restarts are part of the process</a:t>
            </a:r>
          </a:p>
        </p:txBody>
      </p:sp>
      <p:sp>
        <p:nvSpPr>
          <p:cNvPr id="9" name="Title 22">
            <a:extLst>
              <a:ext uri="{FF2B5EF4-FFF2-40B4-BE49-F238E27FC236}">
                <a16:creationId xmlns:a16="http://schemas.microsoft.com/office/drawing/2014/main" id="{226001FD-4F9F-BED8-C1DB-3946BE8D04E6}"/>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3: Implementation</a:t>
            </a:r>
          </a:p>
        </p:txBody>
      </p:sp>
      <p:sp>
        <p:nvSpPr>
          <p:cNvPr id="5" name="Rounded Rectangle 4">
            <a:extLst>
              <a:ext uri="{FF2B5EF4-FFF2-40B4-BE49-F238E27FC236}">
                <a16:creationId xmlns:a16="http://schemas.microsoft.com/office/drawing/2014/main" id="{4B95FB72-346C-6F8D-822A-8211451A7279}"/>
              </a:ext>
            </a:extLst>
          </p:cNvPr>
          <p:cNvSpPr/>
          <p:nvPr/>
        </p:nvSpPr>
        <p:spPr bwMode="auto">
          <a:xfrm>
            <a:off x="987668" y="2971800"/>
            <a:ext cx="2072473" cy="914400"/>
          </a:xfrm>
          <a:prstGeom prst="round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IBM Plex Sans Light"/>
              <a:buNone/>
              <a:tabLst/>
            </a:pPr>
            <a:r>
              <a:rPr kumimoji="0" lang="en-US" sz="1600" b="0" i="0" u="none" strike="noStrike" cap="none" normalizeH="0" baseline="0">
                <a:ln>
                  <a:noFill/>
                </a:ln>
                <a:solidFill>
                  <a:sysClr val="windowText" lastClr="000000"/>
                </a:solidFill>
                <a:effectLst/>
                <a:latin typeface="+mn-lt"/>
              </a:rPr>
              <a:t>Requirements Gathering</a:t>
            </a:r>
          </a:p>
        </p:txBody>
      </p:sp>
      <p:sp>
        <p:nvSpPr>
          <p:cNvPr id="6" name="Rounded Rectangle 5">
            <a:extLst>
              <a:ext uri="{FF2B5EF4-FFF2-40B4-BE49-F238E27FC236}">
                <a16:creationId xmlns:a16="http://schemas.microsoft.com/office/drawing/2014/main" id="{F129D10A-9F69-7D79-9ED2-37D77CF797B7}"/>
              </a:ext>
            </a:extLst>
          </p:cNvPr>
          <p:cNvSpPr/>
          <p:nvPr/>
        </p:nvSpPr>
        <p:spPr bwMode="auto">
          <a:xfrm>
            <a:off x="3702398" y="2971800"/>
            <a:ext cx="2072473" cy="914400"/>
          </a:xfrm>
          <a:prstGeom prst="round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IBM Plex Sans Light"/>
              <a:buNone/>
              <a:tabLst/>
            </a:pPr>
            <a:r>
              <a:rPr kumimoji="0" lang="en-US" sz="1600" b="0" i="0" u="none" strike="noStrike" cap="none" normalizeH="0" baseline="0">
                <a:ln>
                  <a:noFill/>
                </a:ln>
                <a:solidFill>
                  <a:schemeClr val="tx1"/>
                </a:solidFill>
                <a:effectLst/>
                <a:latin typeface="+mn-lt"/>
              </a:rPr>
              <a:t>Spec Development</a:t>
            </a:r>
          </a:p>
        </p:txBody>
      </p:sp>
      <p:sp>
        <p:nvSpPr>
          <p:cNvPr id="7" name="Rounded Rectangle 6">
            <a:extLst>
              <a:ext uri="{FF2B5EF4-FFF2-40B4-BE49-F238E27FC236}">
                <a16:creationId xmlns:a16="http://schemas.microsoft.com/office/drawing/2014/main" id="{7BBA2AEE-D175-2C43-F959-BF84785765EB}"/>
              </a:ext>
            </a:extLst>
          </p:cNvPr>
          <p:cNvSpPr/>
          <p:nvPr/>
        </p:nvSpPr>
        <p:spPr bwMode="auto">
          <a:xfrm>
            <a:off x="6417128" y="2971800"/>
            <a:ext cx="2072473" cy="914400"/>
          </a:xfrm>
          <a:prstGeom prst="round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IBM Plex Sans Light"/>
              <a:buNone/>
              <a:tabLst/>
            </a:pPr>
            <a:r>
              <a:rPr kumimoji="0" lang="en-US" sz="1600" b="0" i="0" u="none" strike="noStrike" cap="none" normalizeH="0" baseline="0">
                <a:ln>
                  <a:noFill/>
                </a:ln>
                <a:solidFill>
                  <a:schemeClr val="tx1"/>
                </a:solidFill>
                <a:effectLst/>
                <a:latin typeface="+mn-lt"/>
              </a:rPr>
              <a:t>Implementation</a:t>
            </a:r>
            <a:endParaRPr kumimoji="0" lang="en-US" sz="1400" b="0" i="0" u="none" strike="noStrike" cap="none" normalizeH="0" baseline="0">
              <a:ln>
                <a:noFill/>
              </a:ln>
              <a:solidFill>
                <a:schemeClr val="tx1"/>
              </a:solidFill>
              <a:effectLst/>
              <a:latin typeface="+mn-lt"/>
            </a:endParaRPr>
          </a:p>
        </p:txBody>
      </p:sp>
      <p:sp>
        <p:nvSpPr>
          <p:cNvPr id="8" name="Rounded Rectangle 7">
            <a:extLst>
              <a:ext uri="{FF2B5EF4-FFF2-40B4-BE49-F238E27FC236}">
                <a16:creationId xmlns:a16="http://schemas.microsoft.com/office/drawing/2014/main" id="{B1C97060-4E34-6B82-66EE-25E8048E6A07}"/>
              </a:ext>
            </a:extLst>
          </p:cNvPr>
          <p:cNvSpPr/>
          <p:nvPr/>
        </p:nvSpPr>
        <p:spPr bwMode="auto">
          <a:xfrm>
            <a:off x="9131858" y="2971800"/>
            <a:ext cx="2072473" cy="914400"/>
          </a:xfrm>
          <a:prstGeom prst="roundRect">
            <a:avLst/>
          </a:prstGeom>
          <a:solidFill>
            <a:srgbClr val="E5F6FF"/>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 typeface="IBM Plex Sans Light"/>
              <a:buNone/>
              <a:tabLst/>
            </a:pPr>
            <a:r>
              <a:rPr lang="en-US" sz="1600">
                <a:solidFill>
                  <a:schemeClr val="tx1"/>
                </a:solidFill>
              </a:rPr>
              <a:t>Verification</a:t>
            </a:r>
            <a:endParaRPr kumimoji="0" lang="en-US" sz="1400" b="0" i="0" u="none" strike="noStrike" cap="none" normalizeH="0" baseline="0">
              <a:ln>
                <a:noFill/>
              </a:ln>
              <a:solidFill>
                <a:schemeClr val="tx1"/>
              </a:solidFill>
              <a:effectLst/>
              <a:latin typeface="+mn-lt"/>
            </a:endParaRPr>
          </a:p>
        </p:txBody>
      </p:sp>
      <p:cxnSp>
        <p:nvCxnSpPr>
          <p:cNvPr id="10" name="Straight Arrow Connector 9">
            <a:extLst>
              <a:ext uri="{FF2B5EF4-FFF2-40B4-BE49-F238E27FC236}">
                <a16:creationId xmlns:a16="http://schemas.microsoft.com/office/drawing/2014/main" id="{E68CC523-6B2A-F4F2-BE3F-84A16734624C}"/>
              </a:ext>
            </a:extLst>
          </p:cNvPr>
          <p:cNvCxnSpPr>
            <a:cxnSpLocks/>
            <a:stCxn id="5" idx="3"/>
            <a:endCxn id="6" idx="1"/>
          </p:cNvCxnSpPr>
          <p:nvPr/>
        </p:nvCxnSpPr>
        <p:spPr bwMode="auto">
          <a:xfrm>
            <a:off x="3060141" y="3429000"/>
            <a:ext cx="642257" cy="0"/>
          </a:xfrm>
          <a:prstGeom prst="straightConnector1">
            <a:avLst/>
          </a:prstGeom>
          <a:ln w="12700">
            <a:solidFill>
              <a:schemeClr val="tx1"/>
            </a:solidFill>
            <a:headEnd type="none" w="med" len="med"/>
            <a:tailEnd type="triangle"/>
          </a:ln>
          <a:effectLst/>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BDB90A96-722D-25B7-17CE-DB55C0C4A3E2}"/>
              </a:ext>
            </a:extLst>
          </p:cNvPr>
          <p:cNvCxnSpPr>
            <a:cxnSpLocks/>
          </p:cNvCxnSpPr>
          <p:nvPr/>
        </p:nvCxnSpPr>
        <p:spPr bwMode="auto">
          <a:xfrm>
            <a:off x="5774871" y="3423138"/>
            <a:ext cx="642257" cy="0"/>
          </a:xfrm>
          <a:prstGeom prst="straightConnector1">
            <a:avLst/>
          </a:prstGeom>
          <a:ln w="12700">
            <a:solidFill>
              <a:schemeClr val="tx1"/>
            </a:solidFill>
            <a:headEnd type="none" w="med" len="med"/>
            <a:tailEnd type="triangle"/>
          </a:ln>
          <a:effectLst/>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B5B76EA8-D71F-5FBD-70BC-F8110720E7DB}"/>
              </a:ext>
            </a:extLst>
          </p:cNvPr>
          <p:cNvCxnSpPr>
            <a:cxnSpLocks/>
          </p:cNvCxnSpPr>
          <p:nvPr/>
        </p:nvCxnSpPr>
        <p:spPr bwMode="auto">
          <a:xfrm>
            <a:off x="8489601" y="3423138"/>
            <a:ext cx="642257" cy="0"/>
          </a:xfrm>
          <a:prstGeom prst="straightConnector1">
            <a:avLst/>
          </a:prstGeom>
          <a:ln w="12700">
            <a:solidFill>
              <a:schemeClr val="tx1"/>
            </a:solidFill>
            <a:headEnd type="none" w="med" len="med"/>
            <a:tailEnd type="triangle"/>
          </a:ln>
          <a:effectLst/>
        </p:spPr>
        <p:style>
          <a:lnRef idx="1">
            <a:schemeClr val="dk1"/>
          </a:lnRef>
          <a:fillRef idx="0">
            <a:schemeClr val="dk1"/>
          </a:fillRef>
          <a:effectRef idx="0">
            <a:schemeClr val="dk1"/>
          </a:effectRef>
          <a:fontRef idx="minor">
            <a:schemeClr val="tx1"/>
          </a:fontRef>
        </p:style>
      </p:cxnSp>
      <p:cxnSp>
        <p:nvCxnSpPr>
          <p:cNvPr id="14" name="Elbow Connector 13">
            <a:extLst>
              <a:ext uri="{FF2B5EF4-FFF2-40B4-BE49-F238E27FC236}">
                <a16:creationId xmlns:a16="http://schemas.microsoft.com/office/drawing/2014/main" id="{1063227A-6BB0-5519-0C04-107F1260287A}"/>
              </a:ext>
            </a:extLst>
          </p:cNvPr>
          <p:cNvCxnSpPr>
            <a:cxnSpLocks/>
            <a:stCxn id="8" idx="0"/>
          </p:cNvCxnSpPr>
          <p:nvPr/>
        </p:nvCxnSpPr>
        <p:spPr bwMode="auto">
          <a:xfrm rot="16200000" flipV="1">
            <a:off x="9533450" y="2337155"/>
            <a:ext cx="501737" cy="767554"/>
          </a:xfrm>
          <a:prstGeom prst="bentConnector2">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3" name="Elbow Connector 22">
            <a:extLst>
              <a:ext uri="{FF2B5EF4-FFF2-40B4-BE49-F238E27FC236}">
                <a16:creationId xmlns:a16="http://schemas.microsoft.com/office/drawing/2014/main" id="{C5A36EF4-325C-4535-6CD7-FF09DFA04D79}"/>
              </a:ext>
            </a:extLst>
          </p:cNvPr>
          <p:cNvCxnSpPr>
            <a:cxnSpLocks/>
            <a:stCxn id="7" idx="0"/>
          </p:cNvCxnSpPr>
          <p:nvPr/>
        </p:nvCxnSpPr>
        <p:spPr bwMode="auto">
          <a:xfrm rot="16200000" flipV="1">
            <a:off x="6818720" y="2337155"/>
            <a:ext cx="501737" cy="767554"/>
          </a:xfrm>
          <a:prstGeom prst="bentConnector2">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7" name="Elbow Connector 36">
            <a:extLst>
              <a:ext uri="{FF2B5EF4-FFF2-40B4-BE49-F238E27FC236}">
                <a16:creationId xmlns:a16="http://schemas.microsoft.com/office/drawing/2014/main" id="{A5D5EED7-C15A-01D3-51CC-8035D8D6EF78}"/>
              </a:ext>
            </a:extLst>
          </p:cNvPr>
          <p:cNvCxnSpPr>
            <a:cxnSpLocks/>
            <a:endCxn id="6" idx="0"/>
          </p:cNvCxnSpPr>
          <p:nvPr/>
        </p:nvCxnSpPr>
        <p:spPr bwMode="auto">
          <a:xfrm rot="10800000" flipV="1">
            <a:off x="4738636" y="2470064"/>
            <a:ext cx="642257" cy="501735"/>
          </a:xfrm>
          <a:prstGeom prst="bentConnector2">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0" name="Elbow Connector 39">
            <a:extLst>
              <a:ext uri="{FF2B5EF4-FFF2-40B4-BE49-F238E27FC236}">
                <a16:creationId xmlns:a16="http://schemas.microsoft.com/office/drawing/2014/main" id="{4343CE1F-6E6D-219B-B054-1A905F165914}"/>
              </a:ext>
            </a:extLst>
          </p:cNvPr>
          <p:cNvCxnSpPr>
            <a:cxnSpLocks/>
            <a:endCxn id="5" idx="0"/>
          </p:cNvCxnSpPr>
          <p:nvPr/>
        </p:nvCxnSpPr>
        <p:spPr bwMode="auto">
          <a:xfrm rot="10800000" flipV="1">
            <a:off x="2023906" y="2470064"/>
            <a:ext cx="642257" cy="501736"/>
          </a:xfrm>
          <a:prstGeom prst="bentConnector2">
            <a:avLst/>
          </a:prstGeom>
          <a:ln w="19050" cap="flat" cmpd="sng" algn="ctr">
            <a:solidFill>
              <a:schemeClr val="tx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48" name="Straight Connector 47">
            <a:extLst>
              <a:ext uri="{FF2B5EF4-FFF2-40B4-BE49-F238E27FC236}">
                <a16:creationId xmlns:a16="http://schemas.microsoft.com/office/drawing/2014/main" id="{0ABC9278-8BF0-9D5B-DA48-8708EED12BB4}"/>
              </a:ext>
            </a:extLst>
          </p:cNvPr>
          <p:cNvCxnSpPr>
            <a:cxnSpLocks/>
          </p:cNvCxnSpPr>
          <p:nvPr/>
        </p:nvCxnSpPr>
        <p:spPr bwMode="auto">
          <a:xfrm>
            <a:off x="7500864" y="2470063"/>
            <a:ext cx="1899677" cy="0"/>
          </a:xfrm>
          <a:prstGeom prst="line">
            <a:avLst/>
          </a:prstGeom>
          <a:ln w="19050">
            <a:solidFill>
              <a:schemeClr val="tx1"/>
            </a:solidFill>
            <a:prstDash val="dash"/>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53" name="Straight Connector 52">
            <a:extLst>
              <a:ext uri="{FF2B5EF4-FFF2-40B4-BE49-F238E27FC236}">
                <a16:creationId xmlns:a16="http://schemas.microsoft.com/office/drawing/2014/main" id="{2F10D135-E621-D56E-23A9-16F653A9BB08}"/>
              </a:ext>
            </a:extLst>
          </p:cNvPr>
          <p:cNvCxnSpPr>
            <a:cxnSpLocks/>
          </p:cNvCxnSpPr>
          <p:nvPr/>
        </p:nvCxnSpPr>
        <p:spPr bwMode="auto">
          <a:xfrm>
            <a:off x="5330153" y="2470063"/>
            <a:ext cx="1355658" cy="0"/>
          </a:xfrm>
          <a:prstGeom prst="line">
            <a:avLst/>
          </a:prstGeom>
          <a:ln w="19050">
            <a:solidFill>
              <a:schemeClr val="tx1"/>
            </a:solidFill>
            <a:prstDash val="dash"/>
            <a:headEnd type="none" w="med" len="med"/>
            <a:tailEnd type="none" w="med" len="med"/>
          </a:ln>
          <a:effectLst/>
        </p:spPr>
        <p:style>
          <a:lnRef idx="1">
            <a:schemeClr val="dk1"/>
          </a:lnRef>
          <a:fillRef idx="0">
            <a:schemeClr val="dk1"/>
          </a:fillRef>
          <a:effectRef idx="0">
            <a:schemeClr val="dk1"/>
          </a:effectRef>
          <a:fontRef idx="minor">
            <a:schemeClr val="tx1"/>
          </a:fontRef>
        </p:style>
      </p:cxnSp>
      <p:cxnSp>
        <p:nvCxnSpPr>
          <p:cNvPr id="55" name="Straight Connector 54">
            <a:extLst>
              <a:ext uri="{FF2B5EF4-FFF2-40B4-BE49-F238E27FC236}">
                <a16:creationId xmlns:a16="http://schemas.microsoft.com/office/drawing/2014/main" id="{B29376DB-5A41-8D76-BD3E-07BEF54E4327}"/>
              </a:ext>
            </a:extLst>
          </p:cNvPr>
          <p:cNvCxnSpPr>
            <a:cxnSpLocks/>
          </p:cNvCxnSpPr>
          <p:nvPr/>
        </p:nvCxnSpPr>
        <p:spPr bwMode="auto">
          <a:xfrm>
            <a:off x="2703440" y="2470063"/>
            <a:ext cx="2035194" cy="0"/>
          </a:xfrm>
          <a:prstGeom prst="line">
            <a:avLst/>
          </a:prstGeom>
          <a:ln w="19050">
            <a:solidFill>
              <a:schemeClr val="tx1"/>
            </a:solidFill>
            <a:prstDash val="dash"/>
            <a:headEnd type="none" w="med" len="med"/>
            <a:tailEnd type="none" w="med" len="med"/>
          </a:ln>
          <a:effectLst/>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76539662"/>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C9BAE-956B-CA20-7E32-D214AA4F262B}"/>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0AC1F58-7116-674B-75FF-4484F2569C00}"/>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CB4F3210-3F17-672E-393B-67AB1BC76A47}"/>
              </a:ext>
            </a:extLst>
          </p:cNvPr>
          <p:cNvSpPr>
            <a:spLocks noGrp="1"/>
          </p:cNvSpPr>
          <p:nvPr>
            <p:ph type="sldNum" sz="quarter" idx="4"/>
          </p:nvPr>
        </p:nvSpPr>
        <p:spPr/>
        <p:txBody>
          <a:bodyPr/>
          <a:lstStyle/>
          <a:p>
            <a:fld id="{86CB4B4D-7CA3-9044-876B-883B54F8677D}" type="slidenum">
              <a:rPr lang="en-US" smtClean="0"/>
              <a:pPr/>
              <a:t>40</a:t>
            </a:fld>
            <a:endParaRPr lang="en-US"/>
          </a:p>
        </p:txBody>
      </p:sp>
      <p:sp>
        <p:nvSpPr>
          <p:cNvPr id="4" name="Text Placeholder 3">
            <a:extLst>
              <a:ext uri="{FF2B5EF4-FFF2-40B4-BE49-F238E27FC236}">
                <a16:creationId xmlns:a16="http://schemas.microsoft.com/office/drawing/2014/main" id="{3732FF4F-1878-3508-F472-EC24E70EFBA6}"/>
              </a:ext>
            </a:extLst>
          </p:cNvPr>
          <p:cNvSpPr>
            <a:spLocks noGrp="1"/>
          </p:cNvSpPr>
          <p:nvPr>
            <p:ph type="body" sz="quarter" idx="19"/>
          </p:nvPr>
        </p:nvSpPr>
        <p:spPr/>
        <p:txBody>
          <a:bodyPr/>
          <a:lstStyle/>
          <a:p>
            <a:r>
              <a:rPr lang="en-US" dirty="0"/>
              <a:t>This is where </a:t>
            </a:r>
            <a:r>
              <a:rPr lang="en-US" b="1" dirty="0">
                <a:solidFill>
                  <a:srgbClr val="F1C21B"/>
                </a:solidFill>
              </a:rPr>
              <a:t>agent autonomy</a:t>
            </a:r>
            <a:r>
              <a:rPr lang="en-US" dirty="0">
                <a:solidFill>
                  <a:srgbClr val="F1C21B"/>
                </a:solidFill>
              </a:rPr>
              <a:t> </a:t>
            </a:r>
            <a:r>
              <a:rPr lang="en-US" dirty="0"/>
              <a:t>takes the stage</a:t>
            </a:r>
          </a:p>
        </p:txBody>
      </p:sp>
      <p:sp>
        <p:nvSpPr>
          <p:cNvPr id="9" name="Title 22">
            <a:extLst>
              <a:ext uri="{FF2B5EF4-FFF2-40B4-BE49-F238E27FC236}">
                <a16:creationId xmlns:a16="http://schemas.microsoft.com/office/drawing/2014/main" id="{029F8E27-9A26-978C-5B56-336DC2856747}"/>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3: Implementation</a:t>
            </a:r>
          </a:p>
        </p:txBody>
      </p:sp>
    </p:spTree>
    <p:extLst>
      <p:ext uri="{BB962C8B-B14F-4D97-AF65-F5344CB8AC3E}">
        <p14:creationId xmlns:p14="http://schemas.microsoft.com/office/powerpoint/2010/main" val="2727888452"/>
      </p:ext>
    </p:extLst>
  </p:cSld>
  <p:clrMapOvr>
    <a:masterClrMapping/>
  </p:clrMapOvr>
  <p:transition spd="me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E5BF6-C51C-59C9-3E3E-74E314D525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931937-18F7-1805-C52C-8D31473D611A}"/>
              </a:ext>
            </a:extLst>
          </p:cNvPr>
          <p:cNvSpPr>
            <a:spLocks noGrp="1"/>
          </p:cNvSpPr>
          <p:nvPr>
            <p:ph type="title"/>
          </p:nvPr>
        </p:nvSpPr>
        <p:spPr/>
        <p:txBody>
          <a:bodyPr/>
          <a:lstStyle/>
          <a:p>
            <a:r>
              <a:rPr lang="en-US">
                <a:latin typeface="+mj-lt"/>
              </a:rPr>
              <a:t>Activity: Spec‑Driven Execution</a:t>
            </a:r>
          </a:p>
        </p:txBody>
      </p:sp>
      <p:sp>
        <p:nvSpPr>
          <p:cNvPr id="3" name="Footer Placeholder 2">
            <a:extLst>
              <a:ext uri="{FF2B5EF4-FFF2-40B4-BE49-F238E27FC236}">
                <a16:creationId xmlns:a16="http://schemas.microsoft.com/office/drawing/2014/main" id="{79196ED5-7149-D966-5535-7BDCD5FA955C}"/>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4D04230F-8BBE-5C02-D7D6-F9405C78A831}"/>
              </a:ext>
            </a:extLst>
          </p:cNvPr>
          <p:cNvSpPr>
            <a:spLocks noGrp="1"/>
          </p:cNvSpPr>
          <p:nvPr>
            <p:ph type="sldNum" sz="quarter" idx="4"/>
          </p:nvPr>
        </p:nvSpPr>
        <p:spPr/>
        <p:txBody>
          <a:bodyPr/>
          <a:lstStyle/>
          <a:p>
            <a:fld id="{86CB4B4D-7CA3-9044-876B-883B54F8677D}" type="slidenum">
              <a:rPr lang="en-US" smtClean="0"/>
              <a:pPr/>
              <a:t>41</a:t>
            </a:fld>
            <a:endParaRPr lang="en-US"/>
          </a:p>
        </p:txBody>
      </p:sp>
      <p:sp>
        <p:nvSpPr>
          <p:cNvPr id="6" name="Title 22">
            <a:extLst>
              <a:ext uri="{FF2B5EF4-FFF2-40B4-BE49-F238E27FC236}">
                <a16:creationId xmlns:a16="http://schemas.microsoft.com/office/drawing/2014/main" id="{9BB291F6-DFC1-03B6-B19C-A288B3E684D4}"/>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3: Implementation</a:t>
            </a:r>
          </a:p>
        </p:txBody>
      </p:sp>
    </p:spTree>
    <p:extLst>
      <p:ext uri="{BB962C8B-B14F-4D97-AF65-F5344CB8AC3E}">
        <p14:creationId xmlns:p14="http://schemas.microsoft.com/office/powerpoint/2010/main" val="269845987"/>
      </p:ext>
    </p:extLst>
  </p:cSld>
  <p:clrMapOvr>
    <a:masterClrMapping/>
  </p:clrMapOvr>
  <p:transition spd="me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DDFB45-871A-7282-B66F-E3843BEDD61C}"/>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E65222A2-8E09-C205-89FA-BD149074D118}"/>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9776F69E-FD6D-0B66-1332-E93A024AE7C2}"/>
              </a:ext>
            </a:extLst>
          </p:cNvPr>
          <p:cNvSpPr>
            <a:spLocks noGrp="1"/>
          </p:cNvSpPr>
          <p:nvPr>
            <p:ph type="sldNum" sz="quarter" idx="4"/>
          </p:nvPr>
        </p:nvSpPr>
        <p:spPr/>
        <p:txBody>
          <a:bodyPr/>
          <a:lstStyle/>
          <a:p>
            <a:fld id="{86CB4B4D-7CA3-9044-876B-883B54F8677D}" type="slidenum">
              <a:rPr lang="en-US" smtClean="0"/>
              <a:pPr/>
              <a:t>42</a:t>
            </a:fld>
            <a:endParaRPr lang="en-US"/>
          </a:p>
        </p:txBody>
      </p:sp>
      <p:sp>
        <p:nvSpPr>
          <p:cNvPr id="4" name="Text Placeholder 3">
            <a:extLst>
              <a:ext uri="{FF2B5EF4-FFF2-40B4-BE49-F238E27FC236}">
                <a16:creationId xmlns:a16="http://schemas.microsoft.com/office/drawing/2014/main" id="{59FF8291-82A0-9C88-491A-3EB9DCD664CC}"/>
              </a:ext>
            </a:extLst>
          </p:cNvPr>
          <p:cNvSpPr>
            <a:spLocks noGrp="1"/>
          </p:cNvSpPr>
          <p:nvPr>
            <p:ph type="body" sz="quarter" idx="19"/>
          </p:nvPr>
        </p:nvSpPr>
        <p:spPr/>
        <p:txBody>
          <a:bodyPr/>
          <a:lstStyle/>
          <a:p>
            <a:r>
              <a:rPr lang="en-US"/>
              <a:t>Module 4: Verification</a:t>
            </a:r>
          </a:p>
        </p:txBody>
      </p:sp>
      <p:sp>
        <p:nvSpPr>
          <p:cNvPr id="5" name="Title 22">
            <a:extLst>
              <a:ext uri="{FF2B5EF4-FFF2-40B4-BE49-F238E27FC236}">
                <a16:creationId xmlns:a16="http://schemas.microsoft.com/office/drawing/2014/main" id="{1596DE2E-4794-A3C7-6862-6B0F3DF4269D}"/>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Verification</a:t>
            </a:r>
          </a:p>
        </p:txBody>
      </p:sp>
    </p:spTree>
    <p:extLst>
      <p:ext uri="{BB962C8B-B14F-4D97-AF65-F5344CB8AC3E}">
        <p14:creationId xmlns:p14="http://schemas.microsoft.com/office/powerpoint/2010/main" val="3627901982"/>
      </p:ext>
    </p:extLst>
  </p:cSld>
  <p:clrMapOvr>
    <a:masterClrMapping/>
  </p:clrMapOvr>
  <p:transition spd="me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F8EF-FAF8-C4CC-323D-8D727ED3F2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2F1CAE-6360-DE08-D68E-50B5099C7B25}"/>
              </a:ext>
            </a:extLst>
          </p:cNvPr>
          <p:cNvSpPr>
            <a:spLocks noGrp="1"/>
          </p:cNvSpPr>
          <p:nvPr>
            <p:ph type="title"/>
          </p:nvPr>
        </p:nvSpPr>
        <p:spPr/>
        <p:txBody>
          <a:bodyPr/>
          <a:lstStyle/>
          <a:p>
            <a:r>
              <a:rPr lang="en-US"/>
              <a:t>Common failure modes</a:t>
            </a:r>
          </a:p>
        </p:txBody>
      </p:sp>
      <p:sp>
        <p:nvSpPr>
          <p:cNvPr id="3" name="Text Placeholder 2">
            <a:extLst>
              <a:ext uri="{FF2B5EF4-FFF2-40B4-BE49-F238E27FC236}">
                <a16:creationId xmlns:a16="http://schemas.microsoft.com/office/drawing/2014/main" id="{460CBABF-5CA6-2C89-5C4A-3403A1E42B02}"/>
              </a:ext>
            </a:extLst>
          </p:cNvPr>
          <p:cNvSpPr>
            <a:spLocks noGrp="1"/>
          </p:cNvSpPr>
          <p:nvPr>
            <p:ph type="body" sz="quarter" idx="10"/>
          </p:nvPr>
        </p:nvSpPr>
        <p:spPr/>
        <p:txBody>
          <a:bodyPr/>
          <a:lstStyle/>
          <a:p>
            <a:r>
              <a:rPr lang="en-US"/>
              <a:t>Structural</a:t>
            </a:r>
          </a:p>
          <a:p>
            <a:r>
              <a:rPr lang="en-US"/>
              <a:t>Content</a:t>
            </a:r>
          </a:p>
          <a:p>
            <a:r>
              <a:rPr lang="en-US"/>
              <a:t>Stylistic</a:t>
            </a:r>
          </a:p>
          <a:p>
            <a:endParaRPr lang="en-US"/>
          </a:p>
        </p:txBody>
      </p:sp>
      <p:sp>
        <p:nvSpPr>
          <p:cNvPr id="4" name="Footer Placeholder 3">
            <a:extLst>
              <a:ext uri="{FF2B5EF4-FFF2-40B4-BE49-F238E27FC236}">
                <a16:creationId xmlns:a16="http://schemas.microsoft.com/office/drawing/2014/main" id="{A8918227-F06F-1E26-92A8-F921263740AA}"/>
              </a:ext>
            </a:extLst>
          </p:cNvPr>
          <p:cNvSpPr>
            <a:spLocks noGrp="1"/>
          </p:cNvSpPr>
          <p:nvPr>
            <p:ph type="ftr" sz="quarter" idx="18"/>
          </p:nvPr>
        </p:nvSpPr>
        <p:spPr/>
        <p:txBody>
          <a:bodyPr/>
          <a:lstStyle/>
          <a:p>
            <a:r>
              <a:rPr lang="en-US"/>
              <a:t>Agentic Engineering in Practice</a:t>
            </a:r>
          </a:p>
        </p:txBody>
      </p:sp>
      <p:sp>
        <p:nvSpPr>
          <p:cNvPr id="5" name="Slide Number Placeholder 4">
            <a:extLst>
              <a:ext uri="{FF2B5EF4-FFF2-40B4-BE49-F238E27FC236}">
                <a16:creationId xmlns:a16="http://schemas.microsoft.com/office/drawing/2014/main" id="{14356D7A-67C1-1E58-02CB-47BA47B34D6E}"/>
              </a:ext>
            </a:extLst>
          </p:cNvPr>
          <p:cNvSpPr>
            <a:spLocks noGrp="1"/>
          </p:cNvSpPr>
          <p:nvPr>
            <p:ph type="sldNum" sz="quarter" idx="4"/>
          </p:nvPr>
        </p:nvSpPr>
        <p:spPr/>
        <p:txBody>
          <a:bodyPr/>
          <a:lstStyle/>
          <a:p>
            <a:fld id="{86CB4B4D-7CA3-9044-876B-883B54F8677D}" type="slidenum">
              <a:rPr lang="en-US" smtClean="0"/>
              <a:pPr/>
              <a:t>43</a:t>
            </a:fld>
            <a:endParaRPr lang="en-US"/>
          </a:p>
        </p:txBody>
      </p:sp>
      <p:sp>
        <p:nvSpPr>
          <p:cNvPr id="6" name="Title 22">
            <a:extLst>
              <a:ext uri="{FF2B5EF4-FFF2-40B4-BE49-F238E27FC236}">
                <a16:creationId xmlns:a16="http://schemas.microsoft.com/office/drawing/2014/main" id="{54644CAD-950C-8428-59AA-31D1CDD5E7C8}"/>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Verification</a:t>
            </a:r>
          </a:p>
        </p:txBody>
      </p:sp>
    </p:spTree>
    <p:extLst>
      <p:ext uri="{BB962C8B-B14F-4D97-AF65-F5344CB8AC3E}">
        <p14:creationId xmlns:p14="http://schemas.microsoft.com/office/powerpoint/2010/main" val="3487334416"/>
      </p:ext>
    </p:extLst>
  </p:cSld>
  <p:clrMapOvr>
    <a:masterClrMapping/>
  </p:clrMapOvr>
  <p:transition spd="me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BC70FE-3BEC-4E2E-3708-0D463C5985DA}"/>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0030E713-192E-5914-BEA6-FE6D99CFCBB3}"/>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DA7BABC3-D5D0-F430-5AF2-92A812D28E89}"/>
              </a:ext>
            </a:extLst>
          </p:cNvPr>
          <p:cNvSpPr>
            <a:spLocks noGrp="1"/>
          </p:cNvSpPr>
          <p:nvPr>
            <p:ph type="sldNum" sz="quarter" idx="4"/>
          </p:nvPr>
        </p:nvSpPr>
        <p:spPr/>
        <p:txBody>
          <a:bodyPr/>
          <a:lstStyle/>
          <a:p>
            <a:fld id="{86CB4B4D-7CA3-9044-876B-883B54F8677D}" type="slidenum">
              <a:rPr lang="en-US" smtClean="0"/>
              <a:pPr/>
              <a:t>44</a:t>
            </a:fld>
            <a:endParaRPr lang="en-US"/>
          </a:p>
        </p:txBody>
      </p:sp>
      <p:sp>
        <p:nvSpPr>
          <p:cNvPr id="4" name="Text Placeholder 3">
            <a:extLst>
              <a:ext uri="{FF2B5EF4-FFF2-40B4-BE49-F238E27FC236}">
                <a16:creationId xmlns:a16="http://schemas.microsoft.com/office/drawing/2014/main" id="{5554C6F8-792E-EA87-3844-E76F6E4B2053}"/>
              </a:ext>
            </a:extLst>
          </p:cNvPr>
          <p:cNvSpPr>
            <a:spLocks noGrp="1"/>
          </p:cNvSpPr>
          <p:nvPr>
            <p:ph type="body" sz="quarter" idx="19"/>
          </p:nvPr>
        </p:nvSpPr>
        <p:spPr>
          <a:xfrm>
            <a:off x="287964" y="154800"/>
            <a:ext cx="7288494" cy="5178133"/>
          </a:xfrm>
        </p:spPr>
        <p:txBody>
          <a:bodyPr/>
          <a:lstStyle/>
          <a:p>
            <a:r>
              <a:rPr lang="en-US" sz="7200"/>
              <a:t>Review — human or AI?</a:t>
            </a:r>
          </a:p>
        </p:txBody>
      </p:sp>
      <p:sp>
        <p:nvSpPr>
          <p:cNvPr id="5" name="Title 22">
            <a:extLst>
              <a:ext uri="{FF2B5EF4-FFF2-40B4-BE49-F238E27FC236}">
                <a16:creationId xmlns:a16="http://schemas.microsoft.com/office/drawing/2014/main" id="{0162BB13-6049-C0D7-307F-5F109632F5E9}"/>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Verification</a:t>
            </a:r>
          </a:p>
        </p:txBody>
      </p:sp>
    </p:spTree>
    <p:extLst>
      <p:ext uri="{BB962C8B-B14F-4D97-AF65-F5344CB8AC3E}">
        <p14:creationId xmlns:p14="http://schemas.microsoft.com/office/powerpoint/2010/main" val="3042126721"/>
      </p:ext>
    </p:extLst>
  </p:cSld>
  <p:clrMapOvr>
    <a:masterClrMapping/>
  </p:clrMapOvr>
  <p:transition spd="me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3E86DE0F-B67D-7C06-325A-A76BCC86A470}"/>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F889AE6B-A67E-9682-F8A2-354D17283409}"/>
              </a:ext>
            </a:extLst>
          </p:cNvPr>
          <p:cNvSpPr>
            <a:spLocks noGrp="1"/>
          </p:cNvSpPr>
          <p:nvPr>
            <p:ph type="sldNum" sz="quarter" idx="4"/>
          </p:nvPr>
        </p:nvSpPr>
        <p:spPr/>
        <p:txBody>
          <a:bodyPr/>
          <a:lstStyle/>
          <a:p>
            <a:fld id="{86CB4B4D-7CA3-9044-876B-883B54F8677D}" type="slidenum">
              <a:rPr lang="en-US" smtClean="0"/>
              <a:pPr/>
              <a:t>45</a:t>
            </a:fld>
            <a:endParaRPr lang="en-US"/>
          </a:p>
        </p:txBody>
      </p:sp>
      <p:grpSp>
        <p:nvGrpSpPr>
          <p:cNvPr id="15" name="Group 14">
            <a:extLst>
              <a:ext uri="{FF2B5EF4-FFF2-40B4-BE49-F238E27FC236}">
                <a16:creationId xmlns:a16="http://schemas.microsoft.com/office/drawing/2014/main" id="{48287C9F-2C44-FEA3-3B18-DB129FA07053}"/>
              </a:ext>
            </a:extLst>
          </p:cNvPr>
          <p:cNvGrpSpPr/>
          <p:nvPr/>
        </p:nvGrpSpPr>
        <p:grpSpPr>
          <a:xfrm>
            <a:off x="3883959" y="694722"/>
            <a:ext cx="4424082" cy="4880727"/>
            <a:chOff x="3883959" y="760314"/>
            <a:chExt cx="4424082" cy="4880727"/>
          </a:xfrm>
        </p:grpSpPr>
        <p:sp>
          <p:nvSpPr>
            <p:cNvPr id="5" name="Oval 4">
              <a:extLst>
                <a:ext uri="{FF2B5EF4-FFF2-40B4-BE49-F238E27FC236}">
                  <a16:creationId xmlns:a16="http://schemas.microsoft.com/office/drawing/2014/main" id="{FAE357EA-017F-8C58-E5E2-111D0710411D}"/>
                </a:ext>
              </a:extLst>
            </p:cNvPr>
            <p:cNvSpPr/>
            <p:nvPr/>
          </p:nvSpPr>
          <p:spPr bwMode="auto">
            <a:xfrm>
              <a:off x="3883959" y="1216959"/>
              <a:ext cx="4424082" cy="4424082"/>
            </a:xfrm>
            <a:prstGeom prst="ellipse">
              <a:avLst/>
            </a:prstGeom>
            <a:solidFill>
              <a:schemeClr val="tx1"/>
            </a:solidFill>
            <a:ln w="19050">
              <a:solidFill>
                <a:srgbClr val="E5F6FF"/>
              </a:solid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sp>
          <p:nvSpPr>
            <p:cNvPr id="6" name="Oval 5">
              <a:extLst>
                <a:ext uri="{FF2B5EF4-FFF2-40B4-BE49-F238E27FC236}">
                  <a16:creationId xmlns:a16="http://schemas.microsoft.com/office/drawing/2014/main" id="{AC4806D5-B748-96E5-E1FB-C793712DE152}"/>
                </a:ext>
              </a:extLst>
            </p:cNvPr>
            <p:cNvSpPr/>
            <p:nvPr/>
          </p:nvSpPr>
          <p:spPr bwMode="auto">
            <a:xfrm>
              <a:off x="4273924" y="1216959"/>
              <a:ext cx="3644152" cy="3866029"/>
            </a:xfrm>
            <a:prstGeom prst="ellipse">
              <a:avLst/>
            </a:prstGeom>
            <a:solidFill>
              <a:schemeClr val="bg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pic>
          <p:nvPicPr>
            <p:cNvPr id="11" name="Graphic 10" descr="Snake with solid fill">
              <a:extLst>
                <a:ext uri="{FF2B5EF4-FFF2-40B4-BE49-F238E27FC236}">
                  <a16:creationId xmlns:a16="http://schemas.microsoft.com/office/drawing/2014/main" id="{FD3C4F5B-5526-6333-870B-4D47A71A0D38}"/>
                </a:ext>
              </a:extLst>
            </p:cNvPr>
            <p:cNvPicPr>
              <a:picLocks noChangeAspect="1"/>
            </p:cNvPicPr>
            <p:nvPr/>
          </p:nvPicPr>
          <p:blipFill>
            <a:blip>
              <a:extLst>
                <a:ext uri="{96DAC541-7B7A-43D3-8B79-37D633B846F1}">
                  <asvg:svgBlip xmlns:asvg="http://schemas.microsoft.com/office/drawing/2016/SVG/main" r:embed="rId3"/>
                </a:ext>
              </a:extLst>
            </a:blip>
            <a:srcRect l="71374" t="15344" r="6585" b="58631"/>
            <a:stretch>
              <a:fillRect/>
            </a:stretch>
          </p:blipFill>
          <p:spPr>
            <a:xfrm rot="18053393">
              <a:off x="5406140" y="655349"/>
              <a:ext cx="1161384" cy="1371314"/>
            </a:xfrm>
            <a:prstGeom prst="rect">
              <a:avLst/>
            </a:prstGeom>
          </p:spPr>
        </p:pic>
        <p:sp>
          <p:nvSpPr>
            <p:cNvPr id="14" name="Block Arc 13">
              <a:extLst>
                <a:ext uri="{FF2B5EF4-FFF2-40B4-BE49-F238E27FC236}">
                  <a16:creationId xmlns:a16="http://schemas.microsoft.com/office/drawing/2014/main" id="{CF45A528-304F-DC2E-C03B-B1D278EC1501}"/>
                </a:ext>
              </a:extLst>
            </p:cNvPr>
            <p:cNvSpPr/>
            <p:nvPr/>
          </p:nvSpPr>
          <p:spPr bwMode="auto">
            <a:xfrm>
              <a:off x="3883959" y="1150666"/>
              <a:ext cx="4424082" cy="4424081"/>
            </a:xfrm>
            <a:prstGeom prst="blockArc">
              <a:avLst>
                <a:gd name="adj1" fmla="val 16441113"/>
                <a:gd name="adj2" fmla="val 877061"/>
                <a:gd name="adj3" fmla="val 6907"/>
              </a:avLst>
            </a:prstGeom>
            <a:solidFill>
              <a:schemeClr val="tx1"/>
            </a:solidFill>
            <a:ln w="19050">
              <a:noFill/>
              <a:headEnd type="none" w="med" len="med"/>
              <a:tailEnd type="none" w="med" len="med"/>
            </a:ln>
            <a:effectLst/>
          </p:spPr>
          <p:style>
            <a:lnRef idx="2">
              <a:schemeClr val="accent6"/>
            </a:lnRef>
            <a:fillRef idx="1">
              <a:schemeClr val="lt1"/>
            </a:fillRef>
            <a:effectRef idx="0">
              <a:schemeClr val="accent6"/>
            </a:effectRef>
            <a:fontRef idx="minor">
              <a:schemeClr val="dk1"/>
            </a:fontRef>
          </p:style>
          <p:txBody>
            <a:bodyPr vert="horz" wrap="square" lIns="91440" tIns="91440" rIns="91440" bIns="9144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 typeface="IBM Plex Sans Light"/>
                <a:buNone/>
                <a:tabLst/>
              </a:pPr>
              <a:endParaRPr kumimoji="0" lang="en-US" sz="1400" b="0" i="0" u="none" strike="noStrike" cap="none" normalizeH="0" baseline="0">
                <a:ln>
                  <a:noFill/>
                </a:ln>
                <a:solidFill>
                  <a:schemeClr val="bg1"/>
                </a:solidFill>
                <a:effectLst/>
                <a:latin typeface="+mn-lt"/>
              </a:endParaRPr>
            </a:p>
          </p:txBody>
        </p:sp>
      </p:grpSp>
      <p:sp>
        <p:nvSpPr>
          <p:cNvPr id="16" name="Title 22">
            <a:extLst>
              <a:ext uri="{FF2B5EF4-FFF2-40B4-BE49-F238E27FC236}">
                <a16:creationId xmlns:a16="http://schemas.microsoft.com/office/drawing/2014/main" id="{64DAB6AA-5182-D6B4-C5B7-B5B30E84071F}"/>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Verification</a:t>
            </a:r>
          </a:p>
        </p:txBody>
      </p:sp>
    </p:spTree>
    <p:extLst>
      <p:ext uri="{BB962C8B-B14F-4D97-AF65-F5344CB8AC3E}">
        <p14:creationId xmlns:p14="http://schemas.microsoft.com/office/powerpoint/2010/main" val="1268563356"/>
      </p:ext>
    </p:extLst>
  </p:cSld>
  <p:clrMapOvr>
    <a:masterClrMapping/>
  </p:clrMapOvr>
  <p:transition spd="me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BEC8E0-1BB2-44F8-5E5D-2F4324666ED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0B9A382-DB21-FAE5-E91F-E5BFCAB90B2B}"/>
              </a:ext>
            </a:extLst>
          </p:cNvPr>
          <p:cNvSpPr>
            <a:spLocks noGrp="1"/>
          </p:cNvSpPr>
          <p:nvPr>
            <p:ph type="ftr" sz="quarter" idx="18"/>
          </p:nvPr>
        </p:nvSpPr>
        <p:spPr/>
        <p:txBody>
          <a:bodyPr/>
          <a:lstStyle/>
          <a:p>
            <a:r>
              <a:rPr lang="en-US"/>
              <a:t>Agentic Engineering in Practice</a:t>
            </a:r>
          </a:p>
        </p:txBody>
      </p:sp>
      <p:sp>
        <p:nvSpPr>
          <p:cNvPr id="3" name="Slide Number Placeholder 2">
            <a:extLst>
              <a:ext uri="{FF2B5EF4-FFF2-40B4-BE49-F238E27FC236}">
                <a16:creationId xmlns:a16="http://schemas.microsoft.com/office/drawing/2014/main" id="{0AB591F2-8C70-5043-CF47-CD0040C00765}"/>
              </a:ext>
            </a:extLst>
          </p:cNvPr>
          <p:cNvSpPr>
            <a:spLocks noGrp="1"/>
          </p:cNvSpPr>
          <p:nvPr>
            <p:ph type="sldNum" sz="quarter" idx="4"/>
          </p:nvPr>
        </p:nvSpPr>
        <p:spPr/>
        <p:txBody>
          <a:bodyPr/>
          <a:lstStyle/>
          <a:p>
            <a:fld id="{86CB4B4D-7CA3-9044-876B-883B54F8677D}" type="slidenum">
              <a:rPr lang="en-US" smtClean="0"/>
              <a:pPr/>
              <a:t>46</a:t>
            </a:fld>
            <a:endParaRPr lang="en-US"/>
          </a:p>
        </p:txBody>
      </p:sp>
      <p:sp>
        <p:nvSpPr>
          <p:cNvPr id="4" name="Text Placeholder 3">
            <a:extLst>
              <a:ext uri="{FF2B5EF4-FFF2-40B4-BE49-F238E27FC236}">
                <a16:creationId xmlns:a16="http://schemas.microsoft.com/office/drawing/2014/main" id="{97819CAD-C6D8-F3CE-9461-8AD15620D20B}"/>
              </a:ext>
            </a:extLst>
          </p:cNvPr>
          <p:cNvSpPr>
            <a:spLocks noGrp="1"/>
          </p:cNvSpPr>
          <p:nvPr>
            <p:ph type="body" sz="quarter" idx="19"/>
          </p:nvPr>
        </p:nvSpPr>
        <p:spPr/>
        <p:txBody>
          <a:bodyPr/>
          <a:lstStyle/>
          <a:p>
            <a:r>
              <a:rPr lang="en-US" dirty="0"/>
              <a:t>The goal at this phase is to have a </a:t>
            </a:r>
            <a:r>
              <a:rPr lang="en-US" b="1" dirty="0"/>
              <a:t>synergistic</a:t>
            </a:r>
            <a:r>
              <a:rPr lang="en-US" dirty="0"/>
              <a:t> approach.</a:t>
            </a:r>
          </a:p>
          <a:p>
            <a:endParaRPr lang="en-US" dirty="0"/>
          </a:p>
          <a:p>
            <a:r>
              <a:rPr lang="en-US" dirty="0"/>
              <a:t>Ensure the </a:t>
            </a:r>
            <a:r>
              <a:rPr lang="en-US" b="1" dirty="0">
                <a:solidFill>
                  <a:srgbClr val="EE5396"/>
                </a:solidFill>
              </a:rPr>
              <a:t>trust</a:t>
            </a:r>
            <a:r>
              <a:rPr lang="en-US" dirty="0"/>
              <a:t> of your project, while still maintaining a level of </a:t>
            </a:r>
            <a:r>
              <a:rPr lang="en-US" b="1" dirty="0">
                <a:solidFill>
                  <a:srgbClr val="F1C21B"/>
                </a:solidFill>
              </a:rPr>
              <a:t>agent autonomy</a:t>
            </a:r>
            <a:r>
              <a:rPr lang="en-US" dirty="0"/>
              <a:t>.</a:t>
            </a:r>
          </a:p>
        </p:txBody>
      </p:sp>
      <p:sp>
        <p:nvSpPr>
          <p:cNvPr id="5" name="Title 22">
            <a:extLst>
              <a:ext uri="{FF2B5EF4-FFF2-40B4-BE49-F238E27FC236}">
                <a16:creationId xmlns:a16="http://schemas.microsoft.com/office/drawing/2014/main" id="{162B3E3B-232A-F4BB-9BD0-2C2751583715}"/>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Verification</a:t>
            </a:r>
          </a:p>
        </p:txBody>
      </p:sp>
    </p:spTree>
    <p:extLst>
      <p:ext uri="{BB962C8B-B14F-4D97-AF65-F5344CB8AC3E}">
        <p14:creationId xmlns:p14="http://schemas.microsoft.com/office/powerpoint/2010/main" val="2488740895"/>
      </p:ext>
    </p:extLst>
  </p:cSld>
  <p:clrMapOvr>
    <a:masterClrMapping/>
  </p:clrMapOvr>
  <p:transition spd="me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B58AC-4C21-B9D8-7FAB-4822ADD7AF3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EBABC0-2E81-F320-644B-0BC17E76BA2D}"/>
              </a:ext>
            </a:extLst>
          </p:cNvPr>
          <p:cNvSpPr>
            <a:spLocks noGrp="1"/>
          </p:cNvSpPr>
          <p:nvPr>
            <p:ph type="title"/>
          </p:nvPr>
        </p:nvSpPr>
        <p:spPr/>
        <p:txBody>
          <a:bodyPr/>
          <a:lstStyle/>
          <a:p>
            <a:r>
              <a:rPr lang="en-US">
                <a:latin typeface="+mj-lt"/>
              </a:rPr>
              <a:t>Activity: Review &amp; Risk Decision</a:t>
            </a:r>
          </a:p>
        </p:txBody>
      </p:sp>
      <p:sp>
        <p:nvSpPr>
          <p:cNvPr id="3" name="Footer Placeholder 2">
            <a:extLst>
              <a:ext uri="{FF2B5EF4-FFF2-40B4-BE49-F238E27FC236}">
                <a16:creationId xmlns:a16="http://schemas.microsoft.com/office/drawing/2014/main" id="{F9C54821-F642-C67E-8332-C0DA69DC56C9}"/>
              </a:ext>
            </a:extLst>
          </p:cNvPr>
          <p:cNvSpPr>
            <a:spLocks noGrp="1"/>
          </p:cNvSpPr>
          <p:nvPr>
            <p:ph type="ftr" sz="quarter" idx="18"/>
          </p:nvPr>
        </p:nvSpPr>
        <p:spPr/>
        <p:txBody>
          <a:bodyPr/>
          <a:lstStyle/>
          <a:p>
            <a:r>
              <a:rPr lang="en-US"/>
              <a:t>Agentic Engineering in Practice</a:t>
            </a:r>
          </a:p>
        </p:txBody>
      </p:sp>
      <p:sp>
        <p:nvSpPr>
          <p:cNvPr id="4" name="Slide Number Placeholder 3">
            <a:extLst>
              <a:ext uri="{FF2B5EF4-FFF2-40B4-BE49-F238E27FC236}">
                <a16:creationId xmlns:a16="http://schemas.microsoft.com/office/drawing/2014/main" id="{1339A382-8821-B47D-965C-DF7C4853FCCE}"/>
              </a:ext>
            </a:extLst>
          </p:cNvPr>
          <p:cNvSpPr>
            <a:spLocks noGrp="1"/>
          </p:cNvSpPr>
          <p:nvPr>
            <p:ph type="sldNum" sz="quarter" idx="4"/>
          </p:nvPr>
        </p:nvSpPr>
        <p:spPr/>
        <p:txBody>
          <a:bodyPr/>
          <a:lstStyle/>
          <a:p>
            <a:fld id="{86CB4B4D-7CA3-9044-876B-883B54F8677D}" type="slidenum">
              <a:rPr lang="en-US" smtClean="0"/>
              <a:pPr/>
              <a:t>47</a:t>
            </a:fld>
            <a:endParaRPr lang="en-US"/>
          </a:p>
        </p:txBody>
      </p:sp>
      <p:sp>
        <p:nvSpPr>
          <p:cNvPr id="6" name="Title 22">
            <a:extLst>
              <a:ext uri="{FF2B5EF4-FFF2-40B4-BE49-F238E27FC236}">
                <a16:creationId xmlns:a16="http://schemas.microsoft.com/office/drawing/2014/main" id="{3D6A4A6A-1370-341E-0A34-A5C1881114B5}"/>
              </a:ext>
            </a:extLst>
          </p:cNvPr>
          <p:cNvSpPr txBox="1">
            <a:spLocks/>
          </p:cNvSpPr>
          <p:nvPr/>
        </p:nvSpPr>
        <p:spPr>
          <a:xfrm>
            <a:off x="7993400" y="6408000"/>
            <a:ext cx="3572953" cy="26500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lIns="0" tIns="0" rIns="0" bIns="0"/>
          <a:lstStyle>
            <a:lvl1pPr marL="0" marR="0" indent="0" algn="l" defTabSz="1218956" rtl="0" eaLnBrk="1" latinLnBrk="0" hangingPunct="1">
              <a:lnSpc>
                <a:spcPct val="110000"/>
              </a:lnSpc>
              <a:spcBef>
                <a:spcPts val="0"/>
              </a:spcBef>
              <a:spcAft>
                <a:spcPts val="0"/>
              </a:spcAft>
              <a:buClrTx/>
              <a:buSzTx/>
              <a:buFontTx/>
              <a:buNone/>
              <a:tabLst/>
              <a:defRPr sz="1800" b="0" i="0" u="none" strike="noStrike" cap="none" spc="0" baseline="0">
                <a:solidFill>
                  <a:schemeClr val="tx2"/>
                </a:solidFill>
                <a:uFillTx/>
                <a:latin typeface="+mj-lt"/>
                <a:ea typeface="+mj-ea"/>
                <a:cs typeface="+mj-cs"/>
                <a:sym typeface="IBM Plex Sans Light"/>
              </a:defRPr>
            </a:lvl1pPr>
            <a:lvl2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2pPr>
            <a:lvl3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3pPr>
            <a:lvl4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4pPr>
            <a:lvl5pPr marL="0" marR="0" indent="0"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5pPr>
            <a:lvl6pPr marL="0" marR="0" indent="181248"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6pPr>
            <a:lvl7pPr marL="0" marR="0" indent="362497"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7pPr>
            <a:lvl8pPr marL="0" marR="0" indent="543744"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8pPr>
            <a:lvl9pPr marL="0" marR="0" indent="724993" algn="l" defTabSz="1218956" rtl="0" eaLnBrk="1" latinLnBrk="0" hangingPunct="1">
              <a:lnSpc>
                <a:spcPct val="90000"/>
              </a:lnSpc>
              <a:spcBef>
                <a:spcPts val="0"/>
              </a:spcBef>
              <a:spcAft>
                <a:spcPts val="0"/>
              </a:spcAft>
              <a:buClrTx/>
              <a:buSzTx/>
              <a:buFontTx/>
              <a:buNone/>
              <a:tabLst/>
              <a:defRPr sz="3199" b="0" i="0" u="none" strike="noStrike" cap="none" spc="0" baseline="0">
                <a:solidFill>
                  <a:srgbClr val="000000"/>
                </a:solidFill>
                <a:uFillTx/>
                <a:latin typeface="+mj-lt"/>
                <a:ea typeface="+mj-ea"/>
                <a:cs typeface="+mj-cs"/>
                <a:sym typeface="IBM Plex Sans Light"/>
              </a:defRPr>
            </a:lvl9pPr>
          </a:lstStyle>
          <a:p>
            <a:pPr algn="r"/>
            <a:r>
              <a:rPr lang="en-US" sz="1400"/>
              <a:t>Module 4: Verification</a:t>
            </a:r>
          </a:p>
        </p:txBody>
      </p:sp>
    </p:spTree>
    <p:extLst>
      <p:ext uri="{BB962C8B-B14F-4D97-AF65-F5344CB8AC3E}">
        <p14:creationId xmlns:p14="http://schemas.microsoft.com/office/powerpoint/2010/main" val="983880713"/>
      </p:ext>
    </p:extLst>
  </p:cSld>
  <p:clrMapOvr>
    <a:masterClrMapping/>
  </p:clrMapOvr>
  <p:transition spd="me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7549563"/>
      </p:ext>
    </p:extLst>
  </p:cSld>
  <p:clrMapOvr>
    <a:masterClrMapping/>
  </p:clrMapOvr>
  <p:transition spd="med"/>
</p:sld>
</file>

<file path=ppt/theme/theme1.xml><?xml version="1.0" encoding="utf-8"?>
<a:theme xmlns:a="http://schemas.openxmlformats.org/drawingml/2006/main" name="IBM presentation template">
  <a:themeElements>
    <a:clrScheme name="Custom 1">
      <a:dk1>
        <a:srgbClr val="FFFFFF"/>
      </a:dk1>
      <a:lt1>
        <a:srgbClr val="000000"/>
      </a:lt1>
      <a:dk2>
        <a:srgbClr val="FFFFFF"/>
      </a:dk2>
      <a:lt2>
        <a:srgbClr val="000000"/>
      </a:lt2>
      <a:accent1>
        <a:srgbClr val="0F62FE"/>
      </a:accent1>
      <a:accent2>
        <a:srgbClr val="A56EFF"/>
      </a:accent2>
      <a:accent3>
        <a:srgbClr val="003A6D"/>
      </a:accent3>
      <a:accent4>
        <a:srgbClr val="009D9A"/>
      </a:accent4>
      <a:accent5>
        <a:srgbClr val="9F1853"/>
      </a:accent5>
      <a:accent6>
        <a:srgbClr val="FA4D56"/>
      </a:accent6>
      <a:hlink>
        <a:srgbClr val="0F62FE"/>
      </a:hlink>
      <a:folHlink>
        <a:srgbClr val="6F6F6F"/>
      </a:folHlink>
    </a:clrScheme>
    <a:fontScheme name="IBM Plex">
      <a:majorFont>
        <a:latin typeface="IBM Plex Sans Light"/>
        <a:ea typeface=""/>
        <a:cs typeface=""/>
      </a:majorFont>
      <a:minorFont>
        <a:latin typeface="IBM Plex Sans Ligh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rgbClr val="E5F6FF"/>
        </a:solidFill>
        <a:ln w="19050">
          <a:solidFill>
            <a:srgbClr val="E5F6FF"/>
          </a:solidFill>
          <a:headEnd type="none" w="med" len="med"/>
          <a:tailEnd type="none" w="med" len="med"/>
        </a:ln>
        <a:effectLst/>
      </a:spPr>
      <a:bodyPr vert="horz" wrap="square" lIns="91440" tIns="91440" rIns="91440" bIns="91440" numCol="1" rtlCol="0"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 typeface="IBM Plex Sans Light"/>
          <a:buNone/>
          <a:tabLst/>
          <a:defRPr kumimoji="0" sz="1400" b="0" i="0" u="none" strike="noStrike" cap="none" normalizeH="0" baseline="0" dirty="0">
            <a:ln>
              <a:noFill/>
            </a:ln>
            <a:solidFill>
              <a:schemeClr val="bg1"/>
            </a:solidFill>
            <a:effectLst/>
            <a:latin typeface="+mn-lt"/>
          </a:defRPr>
        </a:defPPr>
      </a:lstStyle>
      <a:style>
        <a:lnRef idx="2">
          <a:schemeClr val="accent6"/>
        </a:lnRef>
        <a:fillRef idx="1">
          <a:schemeClr val="lt1"/>
        </a:fillRef>
        <a:effectRef idx="0">
          <a:schemeClr val="accent6"/>
        </a:effectRef>
        <a:fontRef idx="minor">
          <a:schemeClr val="dk1"/>
        </a:fontRef>
      </a:style>
    </a:spDef>
    <a:lnDef>
      <a:spPr bwMode="auto">
        <a:ln w="12700">
          <a:solidFill>
            <a:schemeClr val="tx1"/>
          </a:solidFill>
          <a:headEnd type="none" w="med" len="med"/>
          <a:tailEnd type="none" w="med" len="med"/>
        </a:ln>
        <a:effectLst/>
      </a:spPr>
      <a:bodyPr/>
      <a:lstStyle/>
      <a:style>
        <a:lnRef idx="1">
          <a:schemeClr val="dk1"/>
        </a:lnRef>
        <a:fillRef idx="0">
          <a:schemeClr val="dk1"/>
        </a:fillRef>
        <a:effectRef idx="0">
          <a:schemeClr val="dk1"/>
        </a:effectRef>
        <a:fontRef idx="minor">
          <a:schemeClr val="tx1"/>
        </a:fontRef>
      </a:style>
    </a:lnDef>
    <a:txDef>
      <a:spPr>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xmlns:p="http://schemas.openxmlformats.org/presentationml/2006/main" xmlns:r="http://schemas.openxmlformats.org/officeDocument/2006/relationships" val="1"/>
          </a:ext>
        </a:extLst>
      </a:spPr>
      <a:bodyPr wrap="square" lIns="0" tIns="0" rIns="0" bIns="0" rtlCol="0">
        <a:noAutofit/>
      </a:bodyPr>
      <a:lstStyle>
        <a:defPPr marL="444465" indent="-446749" algn="l" defTabSz="2438400">
          <a:spcBef>
            <a:spcPts val="2900"/>
          </a:spcBef>
          <a:buSzPct val="100000"/>
          <a:buFontTx/>
          <a:buChar char="–"/>
          <a:defRPr kern="0" dirty="0" smtClean="0">
            <a:solidFill>
              <a:srgbClr val="000000"/>
            </a:solidFill>
            <a:ea typeface="+mj-ea"/>
            <a:cs typeface="+mj-cs"/>
            <a:sym typeface="IBM Plex Sans Light"/>
          </a:defRPr>
        </a:defPPr>
      </a:lstStyle>
    </a:txDef>
  </a:objectDefaults>
  <a:extraClrSchemeLst/>
  <a:custClrLst>
    <a:custClr name="Gray 100">
      <a:srgbClr val="161616"/>
    </a:custClr>
    <a:custClr name="Gray 90">
      <a:srgbClr val="262626"/>
    </a:custClr>
    <a:custClr name="Gray 80">
      <a:srgbClr val="393939"/>
    </a:custClr>
    <a:custClr name="Gray 70">
      <a:srgbClr val="525252"/>
    </a:custClr>
    <a:custClr name="Gray 60">
      <a:srgbClr val="6F6F6F"/>
    </a:custClr>
    <a:custClr name="Gray 50">
      <a:srgbClr val="8D8D8D"/>
    </a:custClr>
    <a:custClr name="Gray 40">
      <a:srgbClr val="A8A8A8"/>
    </a:custClr>
    <a:custClr name="Gray 30">
      <a:srgbClr val="C6C6C6"/>
    </a:custClr>
    <a:custClr name="Gray 20">
      <a:srgbClr val="E0E0E0"/>
    </a:custClr>
    <a:custClr name="Gray 10">
      <a:srgbClr val="F4F4F4"/>
    </a:custClr>
    <a:custClr name="Blue 100">
      <a:srgbClr val="001141"/>
    </a:custClr>
    <a:custClr name="Blue 90">
      <a:srgbClr val="001D6C"/>
    </a:custClr>
    <a:custClr name="Blue 80">
      <a:srgbClr val="002D9C"/>
    </a:custClr>
    <a:custClr name="Blue 70">
      <a:srgbClr val="0043CE"/>
    </a:custClr>
    <a:custClr name="Blue 60">
      <a:srgbClr val="0F62FE"/>
    </a:custClr>
    <a:custClr name="Cyan 50">
      <a:srgbClr val="1192E8"/>
    </a:custClr>
    <a:custClr name="Cyan 40">
      <a:srgbClr val="33B1FF"/>
    </a:custClr>
    <a:custClr name="Cyan 30">
      <a:srgbClr val="82CFFF"/>
    </a:custClr>
    <a:custClr name="Cyan 20">
      <a:srgbClr val="BAE6FF"/>
    </a:custClr>
    <a:custClr name="Cyan 10">
      <a:srgbClr val="E5F6FF"/>
    </a:custClr>
    <a:custClr name="Red 60">
      <a:srgbClr val="DA1E28"/>
    </a:custClr>
    <a:custClr name="Red 50">
      <a:srgbClr val="FA4D56"/>
    </a:custClr>
    <a:custClr name="Red 30">
      <a:srgbClr val="FFB3B8"/>
    </a:custClr>
    <a:custClr name="Red 20">
      <a:srgbClr val="FFD7D9"/>
    </a:custClr>
    <a:custClr name="Red 10">
      <a:srgbClr val="FFF1F1"/>
    </a:custClr>
    <a:custClr name="Magenta 60">
      <a:srgbClr val="D02670"/>
    </a:custClr>
    <a:custClr name="Magenta 50">
      <a:srgbClr val="EE5396"/>
    </a:custClr>
    <a:custClr name="Magenta 30">
      <a:srgbClr val="FFAFD2"/>
    </a:custClr>
    <a:custClr name="Magenta 20">
      <a:srgbClr val="FFD6E8"/>
    </a:custClr>
    <a:custClr name="Magenta 10">
      <a:srgbClr val="FFF0F7"/>
    </a:custClr>
    <a:custClr name="Purple 60">
      <a:srgbClr val="8A3FFC"/>
    </a:custClr>
    <a:custClr name="Purple 50">
      <a:srgbClr val="A56EFF"/>
    </a:custClr>
    <a:custClr name="Purple 30">
      <a:srgbClr val="D4BBFF"/>
    </a:custClr>
    <a:custClr name="Purple 20">
      <a:srgbClr val="E8DAFF"/>
    </a:custClr>
    <a:custClr name="Purple 10">
      <a:srgbClr val="F6F2FF"/>
    </a:custClr>
    <a:custClr name="Teal 60">
      <a:srgbClr val="007D79"/>
    </a:custClr>
    <a:custClr name="Teal 50">
      <a:srgbClr val="009D9A"/>
    </a:custClr>
    <a:custClr name="Teal 30">
      <a:srgbClr val="3DDBD9"/>
    </a:custClr>
    <a:custClr name="Teal 20">
      <a:srgbClr val="9EF0F0"/>
    </a:custClr>
    <a:custClr name="Teal 10">
      <a:srgbClr val="D9FBFB"/>
    </a:custClr>
    <a:custClr name="Green 60">
      <a:srgbClr val="198038"/>
    </a:custClr>
    <a:custClr name="Green 50">
      <a:srgbClr val="24A148"/>
    </a:custClr>
    <a:custClr name="Green 30">
      <a:srgbClr val="6FDC8C"/>
    </a:custClr>
    <a:custClr name="Green 20">
      <a:srgbClr val="A7F0BA"/>
    </a:custClr>
    <a:custClr name="Green 10">
      <a:srgbClr val="DEFBE6"/>
    </a:custClr>
    <a:custClr name="Yellow 30">
      <a:srgbClr val="F1C21B"/>
    </a:custClr>
    <a:custClr name="Yellow 20">
      <a:srgbClr val="FDDC69"/>
    </a:custClr>
    <a:custClr name="Yellow 10">
      <a:srgbClr val="FCF4D6"/>
    </a:custClr>
    <a:custClr name="Blue 20">
      <a:srgbClr val="D0E2FF"/>
    </a:custClr>
    <a:custClr name="Blue 10">
      <a:srgbClr val="EDF5FF"/>
    </a:custClr>
  </a:custClrLst>
  <a:extLst>
    <a:ext uri="{05A4C25C-085E-4340-85A3-A5531E510DB2}">
      <thm15:themeFamily xmlns:thm15="http://schemas.microsoft.com/office/thememl/2012/main" name="1730368918050" id="{31DF0289-1028-6943-A020-36845773A867}" vid="{420903E5-FF27-9C4D-AB14-78ABBED49DF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10243</TotalTime>
  <Words>5392</Words>
  <Application>Microsoft Office PowerPoint</Application>
  <PresentationFormat>Widescreen</PresentationFormat>
  <Paragraphs>543</Paragraphs>
  <Slides>48</Slides>
  <Notes>45</Notes>
  <HiddenSlides>0</HiddenSlides>
  <MMClips>0</MMClips>
  <ScaleCrop>false</ScaleCrop>
  <HeadingPairs>
    <vt:vector size="4" baseType="variant">
      <vt:variant>
        <vt:lpstr>Theme</vt:lpstr>
      </vt:variant>
      <vt:variant>
        <vt:i4>1</vt:i4>
      </vt:variant>
      <vt:variant>
        <vt:lpstr>Slide Titles</vt:lpstr>
      </vt:variant>
      <vt:variant>
        <vt:i4>48</vt:i4>
      </vt:variant>
    </vt:vector>
  </HeadingPairs>
  <TitlesOfParts>
    <vt:vector size="49" baseType="lpstr">
      <vt:lpstr>IBM presentation template</vt:lpstr>
      <vt:lpstr>Agentic Engineering in Practice</vt:lpstr>
      <vt:lpstr>PowerPoint Presentation</vt:lpstr>
      <vt:lpstr>PowerPoint Presentation</vt:lpstr>
      <vt:lpstr>This half day workshop is structured as a series of 5 modules:</vt:lpstr>
      <vt:lpstr>PowerPoint Presentation</vt:lpstr>
      <vt:lpstr>Core functionality and features:</vt:lpstr>
      <vt:lpstr>Bob modes</vt:lpstr>
      <vt:lpstr>Activity: Using your Agent, and Mode Switching </vt:lpstr>
      <vt:lpstr>Introduction to Agentic Engineering</vt:lpstr>
      <vt:lpstr>PowerPoint Presentation</vt:lpstr>
      <vt:lpstr>PowerPoint Presentation</vt:lpstr>
      <vt:lpstr>PowerPoint Presentation</vt:lpstr>
      <vt:lpstr>PowerPoint Presentation</vt:lpstr>
      <vt:lpstr>PowerPoint Presentation</vt:lpstr>
      <vt:lpstr>The solution?  Alignment.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Activity: Design Thinking for Software Requirements</vt:lpstr>
      <vt:lpstr>Activity: Using an Agent to Understand your Codebase</vt:lpstr>
      <vt:lpstr>PowerPoint Presentation</vt:lpstr>
      <vt:lpstr>PowerPoint Presentation</vt:lpstr>
      <vt:lpstr>PowerPoint Presentation</vt:lpstr>
      <vt:lpstr>PowerPoint Presentation</vt:lpstr>
      <vt:lpstr>Activity: Creating a high-quality spec</vt:lpstr>
      <vt:lpstr>PowerPoint Presentation</vt:lpstr>
      <vt:lpstr>PowerPoint Presentation</vt:lpstr>
      <vt:lpstr>PowerPoint Presentation</vt:lpstr>
      <vt:lpstr>PowerPoint Presentation</vt:lpstr>
      <vt:lpstr>PowerPoint Presentation</vt:lpstr>
      <vt:lpstr>Activity: Spec‑Driven Execution</vt:lpstr>
      <vt:lpstr>PowerPoint Presentation</vt:lpstr>
      <vt:lpstr>Common failure modes</vt:lpstr>
      <vt:lpstr>PowerPoint Presentation</vt:lpstr>
      <vt:lpstr>PowerPoint Presentation</vt:lpstr>
      <vt:lpstr>PowerPoint Presentation</vt:lpstr>
      <vt:lpstr>Activity: Review &amp; Risk Decision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Jamie Wang</dc:creator>
  <cp:lastModifiedBy>Jamie Wang</cp:lastModifiedBy>
  <cp:revision>2</cp:revision>
  <dcterms:created xsi:type="dcterms:W3CDTF">2026-04-23T00:39:37Z</dcterms:created>
  <dcterms:modified xsi:type="dcterms:W3CDTF">2026-09-29T15:52:09Z</dcterms:modified>
</cp:coreProperties>
</file>