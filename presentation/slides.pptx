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55"/>
  </p:notesMasterIdLst>
  <p:sldIdLst>
    <p:sldId id="301" r:id="rId2"/>
    <p:sldId id="304" r:id="rId3"/>
    <p:sldId id="400" r:id="rId4"/>
    <p:sldId id="312" r:id="rId5"/>
    <p:sldId id="404" r:id="rId6"/>
    <p:sldId id="332" r:id="rId7"/>
    <p:sldId id="314" r:id="rId8"/>
    <p:sldId id="315" r:id="rId9"/>
    <p:sldId id="370" r:id="rId10"/>
    <p:sldId id="372" r:id="rId11"/>
    <p:sldId id="317" r:id="rId12"/>
    <p:sldId id="341" r:id="rId13"/>
    <p:sldId id="343" r:id="rId14"/>
    <p:sldId id="344" r:id="rId15"/>
    <p:sldId id="345" r:id="rId16"/>
    <p:sldId id="369" r:id="rId17"/>
    <p:sldId id="347" r:id="rId18"/>
    <p:sldId id="348" r:id="rId19"/>
    <p:sldId id="351" r:id="rId20"/>
    <p:sldId id="352" r:id="rId21"/>
    <p:sldId id="353" r:id="rId22"/>
    <p:sldId id="366" r:id="rId23"/>
    <p:sldId id="354" r:id="rId24"/>
    <p:sldId id="338" r:id="rId25"/>
    <p:sldId id="357" r:id="rId26"/>
    <p:sldId id="395" r:id="rId27"/>
    <p:sldId id="396" r:id="rId28"/>
    <p:sldId id="401" r:id="rId29"/>
    <p:sldId id="402" r:id="rId30"/>
    <p:sldId id="403" r:id="rId31"/>
    <p:sldId id="406" r:id="rId32"/>
    <p:sldId id="375" r:id="rId33"/>
    <p:sldId id="358" r:id="rId34"/>
    <p:sldId id="359" r:id="rId35"/>
    <p:sldId id="376" r:id="rId36"/>
    <p:sldId id="360" r:id="rId37"/>
    <p:sldId id="361" r:id="rId38"/>
    <p:sldId id="363" r:id="rId39"/>
    <p:sldId id="377" r:id="rId40"/>
    <p:sldId id="379" r:id="rId41"/>
    <p:sldId id="405" r:id="rId42"/>
    <p:sldId id="384" r:id="rId43"/>
    <p:sldId id="385" r:id="rId44"/>
    <p:sldId id="386" r:id="rId45"/>
    <p:sldId id="388" r:id="rId46"/>
    <p:sldId id="378" r:id="rId47"/>
    <p:sldId id="389" r:id="rId48"/>
    <p:sldId id="390" r:id="rId49"/>
    <p:sldId id="391" r:id="rId50"/>
    <p:sldId id="392" r:id="rId51"/>
    <p:sldId id="393" r:id="rId52"/>
    <p:sldId id="264" r:id="rId53"/>
    <p:sldId id="305"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6EFF"/>
    <a:srgbClr val="8E6CFF"/>
    <a:srgbClr val="6B69FF"/>
    <a:srgbClr val="2664FE"/>
    <a:srgbClr val="0F62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04F6FD-241B-624A-8D40-1CF60160AC58}" v="6057" dt="2026-10-20T16:41:19.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71775"/>
  </p:normalViewPr>
  <p:slideViewPr>
    <p:cSldViewPr snapToGrid="0">
      <p:cViewPr>
        <p:scale>
          <a:sx n="108" d="100"/>
          <a:sy n="108" d="100"/>
        </p:scale>
        <p:origin x="1792"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E5A250-DFBE-E149-B6BD-85758CA38BCE}"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BA0CA4-DCD3-BC41-93FC-1B18DBEF5D82}" type="slidenum">
              <a:rPr lang="en-US" smtClean="0"/>
              <a:t>‹#›</a:t>
            </a:fld>
            <a:endParaRPr lang="en-US"/>
          </a:p>
        </p:txBody>
      </p:sp>
    </p:spTree>
    <p:extLst>
      <p:ext uri="{BB962C8B-B14F-4D97-AF65-F5344CB8AC3E}">
        <p14:creationId xmlns:p14="http://schemas.microsoft.com/office/powerpoint/2010/main" val="395286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[Introduce yourselves]</a:t>
            </a:r>
          </a:p>
          <a:p>
            <a:r>
              <a:rPr lang="en-US"/>
              <a:t>The goal today is to get you all some hands-on experience seeing how Agentic Engineering works and what it can do for you and your teams. The goal is for you all to see how using an agentic coding assistant can fit into your work style and increase your productivity without sacrificing things like ownership and accountability.</a:t>
            </a:r>
          </a:p>
          <a:p>
            <a:r>
              <a:rPr lang="en-US"/>
              <a:t>“””</a:t>
            </a:r>
          </a:p>
          <a:p>
            <a:endParaRPr lang="en-US"/>
          </a:p>
        </p:txBody>
      </p:sp>
      <p:sp>
        <p:nvSpPr>
          <p:cNvPr id="4" name="Slide Number Placeholder 3"/>
          <p:cNvSpPr>
            <a:spLocks noGrp="1"/>
          </p:cNvSpPr>
          <p:nvPr>
            <p:ph type="sldNum" sz="quarter" idx="5"/>
          </p:nvPr>
        </p:nvSpPr>
        <p:spPr/>
        <p:txBody>
          <a:bodyPr/>
          <a:lstStyle/>
          <a:p>
            <a:fld id="{4FBA0CA4-DCD3-BC41-93FC-1B18DBEF5D82}" type="slidenum">
              <a:rPr lang="en-US" smtClean="0"/>
              <a:t>1</a:t>
            </a:fld>
            <a:endParaRPr lang="en-US"/>
          </a:p>
        </p:txBody>
      </p:sp>
    </p:spTree>
    <p:extLst>
      <p:ext uri="{BB962C8B-B14F-4D97-AF65-F5344CB8AC3E}">
        <p14:creationId xmlns:p14="http://schemas.microsoft.com/office/powerpoint/2010/main" val="1129501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We’ve broken the agentic engineering process into four or five phases, depending on your familiarity with the tools. [If doing module 0: “First, we’ll start with Module 0: Get to Know Your Agentic Tool. We’ll be going through the basics of using an AI coding assistant; in our case, Bob. This will go through the capabilities Bob has and how to use them, and will set you up for the rest of the workshop. From there we have …”] </a:t>
            </a:r>
          </a:p>
          <a:p>
            <a:endParaRPr lang="en-US" dirty="0"/>
          </a:p>
          <a:p>
            <a:r>
              <a:rPr lang="en-US" dirty="0"/>
              <a:t>[If skipping module 0: “We’ll go ahead and start with…”] Module 1, which will be requirements gathering. This means understanding what problem you’re trying to fix and translating that into something actionable. In this process, you should always have verification and validation in mind as an end goal; it’s important to frontload some of that work, so you’re not playing catchup later.</a:t>
            </a:r>
          </a:p>
          <a:p>
            <a:endParaRPr lang="en-US" dirty="0"/>
          </a:p>
          <a:p>
            <a:r>
              <a:rPr lang="en-US" dirty="0"/>
              <a:t>After we’ve gathered our requirements and selected some testable design criteria, it’s time for Module 2: Spec Creation. This is where you develop structure. The goal here is to turn those engineering inputs we gathered as requirements into clear instructions for the agent to follow. Taking what’s in your head, organizing it, and putting that on paper, so to speak, is the key here. We’ll talk about ways to do that when we get there.</a:t>
            </a:r>
          </a:p>
          <a:p>
            <a:endParaRPr lang="en-US" dirty="0"/>
          </a:p>
          <a:p>
            <a:r>
              <a:rPr lang="en-US" dirty="0"/>
              <a:t>After you have your spec, you can proceed to Module 3: Implementation. The actual implementing part is perhaps the simplest part of this step; it’s about letting the agent execute the theory you’ve developed in the spec. The real challenge is balancing how much supervision the agent needs and knowing when to stop, pause, and reevaluate.</a:t>
            </a:r>
          </a:p>
          <a:p>
            <a:endParaRPr lang="en-US" dirty="0"/>
          </a:p>
          <a:p>
            <a:r>
              <a:rPr lang="en-US" dirty="0"/>
              <a:t>Finally, you have Module 4: Verification. This is likely where most developers struggle; we want to avoid the agentic coding “wall”, where you build an insurmountable pile of code that no one can or will ever parse through. Hopefully, though, with the skills you learn today, we can avoid that and instead have a clear vision of what needs to be done to get your code through its final stages of review.</a:t>
            </a:r>
          </a:p>
          <a:p>
            <a:r>
              <a:rPr lang="en-US" dirty="0"/>
              <a:t>“””</a:t>
            </a:r>
          </a:p>
          <a:p>
            <a:endParaRPr lang="en-US" dirty="0"/>
          </a:p>
          <a:p>
            <a:endParaRPr lang="en-US" dirty="0"/>
          </a:p>
        </p:txBody>
      </p:sp>
      <p:sp>
        <p:nvSpPr>
          <p:cNvPr id="4" name="Slide Number Placeholder 3"/>
          <p:cNvSpPr>
            <a:spLocks noGrp="1"/>
          </p:cNvSpPr>
          <p:nvPr>
            <p:ph type="sldNum" sz="quarter" idx="5"/>
          </p:nvPr>
        </p:nvSpPr>
        <p:spPr/>
        <p:txBody>
          <a:bodyPr/>
          <a:lstStyle/>
          <a:p>
            <a:fld id="{4FBA0CA4-DCD3-BC41-93FC-1B18DBEF5D82}" type="slidenum">
              <a:rPr lang="en-US" smtClean="0"/>
              <a:t>2</a:t>
            </a:fld>
            <a:endParaRPr lang="en-US"/>
          </a:p>
        </p:txBody>
      </p:sp>
    </p:spTree>
    <p:extLst>
      <p:ext uri="{BB962C8B-B14F-4D97-AF65-F5344CB8AC3E}">
        <p14:creationId xmlns:p14="http://schemas.microsoft.com/office/powerpoint/2010/main" val="774532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this intro can be shorter or longer, depending on how much experience people have with working with coding agents vs. AI in general vs. vibe coding etc. </a:t>
            </a:r>
          </a:p>
          <a:p>
            <a:r>
              <a:rPr lang="en-US"/>
              <a:t>Might be a good idea to get a show of hands</a:t>
            </a:r>
          </a:p>
        </p:txBody>
      </p:sp>
      <p:sp>
        <p:nvSpPr>
          <p:cNvPr id="4" name="Slide Number Placeholder 3"/>
          <p:cNvSpPr>
            <a:spLocks noGrp="1"/>
          </p:cNvSpPr>
          <p:nvPr>
            <p:ph type="sldNum" sz="quarter" idx="5"/>
          </p:nvPr>
        </p:nvSpPr>
        <p:spPr/>
        <p:txBody>
          <a:bodyPr/>
          <a:lstStyle/>
          <a:p>
            <a:fld id="{4FBA0CA4-DCD3-BC41-93FC-1B18DBEF5D82}" type="slidenum">
              <a:rPr lang="en-US" smtClean="0"/>
              <a:t>4</a:t>
            </a:fld>
            <a:endParaRPr lang="en-US"/>
          </a:p>
        </p:txBody>
      </p:sp>
    </p:spTree>
    <p:extLst>
      <p:ext uri="{BB962C8B-B14F-4D97-AF65-F5344CB8AC3E}">
        <p14:creationId xmlns:p14="http://schemas.microsoft.com/office/powerpoint/2010/main" val="2815047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8B61C-CDBC-0552-BC90-B60DDFCD3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95ADF-3BDB-018A-C4FF-6C389C82E8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EC1B82-4145-3CA5-2A8D-AB34ABA06744}"/>
              </a:ext>
            </a:extLst>
          </p:cNvPr>
          <p:cNvSpPr>
            <a:spLocks noGrp="1"/>
          </p:cNvSpPr>
          <p:nvPr>
            <p:ph type="body" idx="1"/>
          </p:nvPr>
        </p:nvSpPr>
        <p:spPr/>
        <p:txBody>
          <a:bodyPr/>
          <a:lstStyle/>
          <a:p>
            <a:r>
              <a:rPr lang="en-US" dirty="0"/>
              <a:t>Why does Agentic Engineering actually matter?</a:t>
            </a:r>
          </a:p>
          <a:p>
            <a:endParaRPr lang="en-US" dirty="0"/>
          </a:p>
          <a:p>
            <a:r>
              <a:rPr lang="en-US" dirty="0"/>
              <a:t>At this point I think everyone’s familiar with vibe coding. And I’m not saying I’m a vibe-coding hater (though I am). I do think it has a time and place. But I am saying I look at AI generated slop all day, and it’s a pretty horrible experience. And when you know what you’re talking about, it’s honestly not that hard to spot. Creating good code is still important, especially if you ever want to move past the singular development experience and work on any sort of productive team. </a:t>
            </a:r>
          </a:p>
          <a:p>
            <a:endParaRPr lang="en-US" dirty="0"/>
          </a:p>
          <a:p>
            <a:r>
              <a:rPr lang="en-US" dirty="0"/>
              <a:t>Agentic Engineering, and engineering in general, is about taking the fundamental ability to create something, which is now very easy with the create-things machine that an LLM, and move into deciding what to actually create. To create things with purpose and intention. Vibe coding will spit out a lot of stuff, and some of it may even be good. But there’s no intentionality there, and no control. It’s quantity over quality.</a:t>
            </a:r>
          </a:p>
          <a:p>
            <a:endParaRPr lang="en-US" dirty="0"/>
          </a:p>
          <a:p>
            <a:r>
              <a:rPr lang="en-US" dirty="0"/>
              <a:t>Agentic engineering is about intention and credibility. You, as a person, are responsible for your product, your features, your mission, your roadmap. If you vibe coded an entire project and had no say in how you came to its current status, if you have no idea what you’re creating next, if you have no idea why what you made was made at all, from a technical standpoint, you’re expendable and replaceable, and would probably be better off for it. And if you do know those things, can speak credibly about your product, know how the technical elements you’ve developed work and why, and know what comes next, you might be doing agentic engineering already.</a:t>
            </a:r>
          </a:p>
          <a:p>
            <a:endParaRPr lang="en-US" dirty="0"/>
          </a:p>
          <a:p>
            <a:r>
              <a:rPr lang="en-US" dirty="0"/>
              <a:t>Your code doesn’t have to be functionally perfect. But you should understand why it is the way it is. You should be able to have a sophisticated, intelligent conversation about your project and, critically, its failures. Then you can maybe start to call yourself an engineer.</a:t>
            </a:r>
          </a:p>
        </p:txBody>
      </p:sp>
      <p:sp>
        <p:nvSpPr>
          <p:cNvPr id="4" name="Slide Number Placeholder 3">
            <a:extLst>
              <a:ext uri="{FF2B5EF4-FFF2-40B4-BE49-F238E27FC236}">
                <a16:creationId xmlns:a16="http://schemas.microsoft.com/office/drawing/2014/main" id="{D38D54ED-71A2-8ECE-9369-2C0F4F316F0C}"/>
              </a:ext>
            </a:extLst>
          </p:cNvPr>
          <p:cNvSpPr>
            <a:spLocks noGrp="1"/>
          </p:cNvSpPr>
          <p:nvPr>
            <p:ph type="sldNum" sz="quarter" idx="5"/>
          </p:nvPr>
        </p:nvSpPr>
        <p:spPr/>
        <p:txBody>
          <a:bodyPr/>
          <a:lstStyle/>
          <a:p>
            <a:fld id="{4FBA0CA4-DCD3-BC41-93FC-1B18DBEF5D82}" type="slidenum">
              <a:rPr lang="en-US" smtClean="0"/>
              <a:t>5</a:t>
            </a:fld>
            <a:endParaRPr lang="en-US"/>
          </a:p>
        </p:txBody>
      </p:sp>
    </p:spTree>
    <p:extLst>
      <p:ext uri="{BB962C8B-B14F-4D97-AF65-F5344CB8AC3E}">
        <p14:creationId xmlns:p14="http://schemas.microsoft.com/office/powerpoint/2010/main" val="92016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67B8A-CD36-285A-22C4-2D95E31D2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7323E-855D-2B07-08AC-EB9C7F0F35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1FCA3-D294-2729-DD04-C89CC63120A8}"/>
              </a:ext>
            </a:extLst>
          </p:cNvPr>
          <p:cNvSpPr>
            <a:spLocks noGrp="1"/>
          </p:cNvSpPr>
          <p:nvPr>
            <p:ph type="body" idx="1"/>
          </p:nvPr>
        </p:nvSpPr>
        <p:spPr/>
        <p:txBody>
          <a:bodyPr/>
          <a:lstStyle/>
          <a:p>
            <a:r>
              <a:rPr lang="en-US"/>
              <a:t>“””</a:t>
            </a:r>
          </a:p>
          <a:p>
            <a:r>
              <a:rPr lang="en-US"/>
              <a:t>Here are the three vectors we want to optimize for. Project trust, human ownership, and agent autonomy. When you allow your agent to make all the decisions for you, your agent autonomy is great, and it feels like it’s getting all the work done by itself. But you lose project trust and human ownership completely. You don’t control your project, and you have no knowledge of how credible your code quality may be.</a:t>
            </a:r>
          </a:p>
          <a:p>
            <a:endParaRPr lang="en-US"/>
          </a:p>
          <a:p>
            <a:r>
              <a:rPr lang="en-US"/>
              <a:t>This is where we get into the main framework of this workshop: Spec Driven Development.</a:t>
            </a:r>
          </a:p>
          <a:p>
            <a:r>
              <a:rPr lang="en-US"/>
              <a:t>“””</a:t>
            </a:r>
          </a:p>
        </p:txBody>
      </p:sp>
      <p:sp>
        <p:nvSpPr>
          <p:cNvPr id="4" name="Slide Number Placeholder 3">
            <a:extLst>
              <a:ext uri="{FF2B5EF4-FFF2-40B4-BE49-F238E27FC236}">
                <a16:creationId xmlns:a16="http://schemas.microsoft.com/office/drawing/2014/main" id="{6693CE8E-F516-54CB-AAF1-E6FF0D2ADE1E}"/>
              </a:ext>
            </a:extLst>
          </p:cNvPr>
          <p:cNvSpPr>
            <a:spLocks noGrp="1"/>
          </p:cNvSpPr>
          <p:nvPr>
            <p:ph type="sldNum" sz="quarter" idx="5"/>
          </p:nvPr>
        </p:nvSpPr>
        <p:spPr/>
        <p:txBody>
          <a:bodyPr/>
          <a:lstStyle/>
          <a:p>
            <a:fld id="{4FBA0CA4-DCD3-BC41-93FC-1B18DBEF5D82}" type="slidenum">
              <a:rPr lang="en-US" smtClean="0"/>
              <a:t>6</a:t>
            </a:fld>
            <a:endParaRPr lang="en-US"/>
          </a:p>
        </p:txBody>
      </p:sp>
    </p:spTree>
    <p:extLst>
      <p:ext uri="{BB962C8B-B14F-4D97-AF65-F5344CB8AC3E}">
        <p14:creationId xmlns:p14="http://schemas.microsoft.com/office/powerpoint/2010/main" val="4090824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By using a structured approach and a clear strategy while coding with an agent, you can effectively delegate your work to the agent while remaining involved and in control of its process. </a:t>
            </a:r>
          </a:p>
          <a:p>
            <a:r>
              <a:rPr lang="en-US"/>
              <a:t>“””</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Advantages: Enabling delegation, Controlling blast radius, Creating restart points</a:t>
            </a:r>
          </a:p>
        </p:txBody>
      </p:sp>
      <p:sp>
        <p:nvSpPr>
          <p:cNvPr id="4" name="Slide Number Placeholder 3"/>
          <p:cNvSpPr>
            <a:spLocks noGrp="1"/>
          </p:cNvSpPr>
          <p:nvPr>
            <p:ph type="sldNum" sz="quarter" idx="5"/>
          </p:nvPr>
        </p:nvSpPr>
        <p:spPr/>
        <p:txBody>
          <a:bodyPr/>
          <a:lstStyle/>
          <a:p>
            <a:fld id="{4FBA0CA4-DCD3-BC41-93FC-1B18DBEF5D82}" type="slidenum">
              <a:rPr lang="en-US" smtClean="0"/>
              <a:t>7</a:t>
            </a:fld>
            <a:endParaRPr lang="en-US"/>
          </a:p>
        </p:txBody>
      </p:sp>
    </p:spTree>
    <p:extLst>
      <p:ext uri="{BB962C8B-B14F-4D97-AF65-F5344CB8AC3E}">
        <p14:creationId xmlns:p14="http://schemas.microsoft.com/office/powerpoint/2010/main" val="2791689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techniques in this workshop will, as you may have noticed from the roadmap, generally follow the basic steps of Spec Driven Development, which are essentially a condensed version of the Software Development Lifecycle. We’re going to talk about taking the basic principles of SDD and building out your workflow centered around these three basic steps.</a:t>
            </a:r>
          </a:p>
        </p:txBody>
      </p:sp>
      <p:sp>
        <p:nvSpPr>
          <p:cNvPr id="4" name="Slide Number Placeholder 3"/>
          <p:cNvSpPr>
            <a:spLocks noGrp="1"/>
          </p:cNvSpPr>
          <p:nvPr>
            <p:ph type="sldNum" sz="quarter" idx="5"/>
          </p:nvPr>
        </p:nvSpPr>
        <p:spPr/>
        <p:txBody>
          <a:bodyPr/>
          <a:lstStyle/>
          <a:p>
            <a:fld id="{4FBA0CA4-DCD3-BC41-93FC-1B18DBEF5D82}" type="slidenum">
              <a:rPr lang="en-US" smtClean="0"/>
              <a:t>8</a:t>
            </a:fld>
            <a:endParaRPr lang="en-US"/>
          </a:p>
        </p:txBody>
      </p:sp>
    </p:spTree>
    <p:extLst>
      <p:ext uri="{BB962C8B-B14F-4D97-AF65-F5344CB8AC3E}">
        <p14:creationId xmlns:p14="http://schemas.microsoft.com/office/powerpoint/2010/main" val="3836399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C99C0-1DC0-35C7-AAAC-EA3935F50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544EA-364F-2CD9-B4D1-20070B6EC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F1D79-E1E8-29A7-DA0A-F405C04C80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Purpose</a:t>
            </a:r>
            <a:r>
              <a:rPr lang="en-US"/>
              <a:t>: Clarify and validate ambiguous product requirements, as the precursor for high-quality spec creation </a:t>
            </a:r>
          </a:p>
          <a:p>
            <a:endParaRPr lang="en-US"/>
          </a:p>
          <a:p>
            <a:r>
              <a:rPr lang="en-US"/>
              <a:t>“””</a:t>
            </a:r>
          </a:p>
          <a:p>
            <a:r>
              <a:rPr lang="en-US"/>
              <a:t>The goal of requirements gathering is to understand the problem. Real inputs are often vague, partial, or emotional. Before we create a spec, we need to take those wide-reaching issues and pain points and requests and turn them into clear engineering inputs.</a:t>
            </a:r>
          </a:p>
          <a:p>
            <a:r>
              <a:rPr lang="en-US"/>
              <a:t>“””</a:t>
            </a:r>
          </a:p>
        </p:txBody>
      </p:sp>
      <p:sp>
        <p:nvSpPr>
          <p:cNvPr id="4" name="Slide Number Placeholder 3">
            <a:extLst>
              <a:ext uri="{FF2B5EF4-FFF2-40B4-BE49-F238E27FC236}">
                <a16:creationId xmlns:a16="http://schemas.microsoft.com/office/drawing/2014/main" id="{55823C74-6D1B-2CB2-47E5-9F5039D0207B}"/>
              </a:ext>
            </a:extLst>
          </p:cNvPr>
          <p:cNvSpPr>
            <a:spLocks noGrp="1"/>
          </p:cNvSpPr>
          <p:nvPr>
            <p:ph type="sldNum" sz="quarter" idx="5"/>
          </p:nvPr>
        </p:nvSpPr>
        <p:spPr/>
        <p:txBody>
          <a:bodyPr/>
          <a:lstStyle/>
          <a:p>
            <a:fld id="{4FBA0CA4-DCD3-BC41-93FC-1B18DBEF5D82}" type="slidenum">
              <a:rPr lang="en-US" smtClean="0"/>
              <a:t>9</a:t>
            </a:fld>
            <a:endParaRPr lang="en-US"/>
          </a:p>
        </p:txBody>
      </p:sp>
    </p:spTree>
    <p:extLst>
      <p:ext uri="{BB962C8B-B14F-4D97-AF65-F5344CB8AC3E}">
        <p14:creationId xmlns:p14="http://schemas.microsoft.com/office/powerpoint/2010/main" val="2553259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Purpose</a:t>
            </a:r>
            <a:r>
              <a:rPr lang="en-US"/>
              <a:t>: Clarify and validate ambiguous product requirements, as the precursor for high-quality spec creation </a:t>
            </a:r>
          </a:p>
          <a:p>
            <a:endParaRPr lang="en-US"/>
          </a:p>
          <a:p>
            <a:r>
              <a:rPr lang="en-US"/>
              <a:t>“””</a:t>
            </a:r>
          </a:p>
          <a:p>
            <a:r>
              <a:rPr lang="en-US"/>
              <a:t>The goal of requirements gathering is to understand the problem. Real inputs are often vague, partial, or emotional. Before we create a spec, we need to take those wide-reaching issues and pain points and requests and turn them into clear engineering inputs.</a:t>
            </a:r>
          </a:p>
          <a:p>
            <a:r>
              <a:rPr lang="en-US"/>
              <a:t>“””</a:t>
            </a:r>
          </a:p>
        </p:txBody>
      </p:sp>
      <p:sp>
        <p:nvSpPr>
          <p:cNvPr id="4" name="Slide Number Placeholder 3"/>
          <p:cNvSpPr>
            <a:spLocks noGrp="1"/>
          </p:cNvSpPr>
          <p:nvPr>
            <p:ph type="sldNum" sz="quarter" idx="5"/>
          </p:nvPr>
        </p:nvSpPr>
        <p:spPr/>
        <p:txBody>
          <a:bodyPr/>
          <a:lstStyle/>
          <a:p>
            <a:fld id="{4FBA0CA4-DCD3-BC41-93FC-1B18DBEF5D82}" type="slidenum">
              <a:rPr lang="en-US" smtClean="0"/>
              <a:t>11</a:t>
            </a:fld>
            <a:endParaRPr lang="en-US"/>
          </a:p>
        </p:txBody>
      </p:sp>
    </p:spTree>
    <p:extLst>
      <p:ext uri="{BB962C8B-B14F-4D97-AF65-F5344CB8AC3E}">
        <p14:creationId xmlns:p14="http://schemas.microsoft.com/office/powerpoint/2010/main" val="3776583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FF94F-24B8-B2BF-8A61-6EB5CA8FF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02D10-7954-888D-B8B7-2B2839EAF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3CA91-5A48-8AA6-7B32-018126D15FDA}"/>
              </a:ext>
            </a:extLst>
          </p:cNvPr>
          <p:cNvSpPr>
            <a:spLocks noGrp="1"/>
          </p:cNvSpPr>
          <p:nvPr>
            <p:ph type="body" idx="1"/>
          </p:nvPr>
        </p:nvSpPr>
        <p:spPr/>
        <p:txBody>
          <a:bodyPr/>
          <a:lstStyle/>
          <a:p>
            <a:r>
              <a:rPr lang="en-US"/>
              <a:t>“””</a:t>
            </a:r>
          </a:p>
          <a:p>
            <a:r>
              <a:rPr lang="en-US" sz="1200" b="0" i="0" kern="1200">
                <a:solidFill>
                  <a:schemeClr val="tx1"/>
                </a:solidFill>
                <a:effectLst/>
                <a:latin typeface="+mn-lt"/>
                <a:ea typeface="+mn-ea"/>
                <a:cs typeface="+mn-cs"/>
              </a:rPr>
              <a:t>So what happens when you build on a cracked foundation? [audience participation?: looking for something like the house sinks, the building falls, etc.]</a:t>
            </a:r>
          </a:p>
          <a:p>
            <a:endParaRPr lang="en-US"/>
          </a:p>
          <a:p>
            <a:r>
              <a:rPr lang="en-US"/>
              <a:t>“””</a:t>
            </a:r>
          </a:p>
        </p:txBody>
      </p:sp>
      <p:sp>
        <p:nvSpPr>
          <p:cNvPr id="4" name="Slide Number Placeholder 3">
            <a:extLst>
              <a:ext uri="{FF2B5EF4-FFF2-40B4-BE49-F238E27FC236}">
                <a16:creationId xmlns:a16="http://schemas.microsoft.com/office/drawing/2014/main" id="{4E0B7330-304E-CBFA-5705-3C1B4437ADF7}"/>
              </a:ext>
            </a:extLst>
          </p:cNvPr>
          <p:cNvSpPr>
            <a:spLocks noGrp="1"/>
          </p:cNvSpPr>
          <p:nvPr>
            <p:ph type="sldNum" sz="quarter" idx="5"/>
          </p:nvPr>
        </p:nvSpPr>
        <p:spPr/>
        <p:txBody>
          <a:bodyPr/>
          <a:lstStyle/>
          <a:p>
            <a:fld id="{4FBA0CA4-DCD3-BC41-93FC-1B18DBEF5D82}" type="slidenum">
              <a:rPr lang="en-US" smtClean="0"/>
              <a:t>12</a:t>
            </a:fld>
            <a:endParaRPr lang="en-US"/>
          </a:p>
        </p:txBody>
      </p:sp>
    </p:spTree>
    <p:extLst>
      <p:ext uri="{BB962C8B-B14F-4D97-AF65-F5344CB8AC3E}">
        <p14:creationId xmlns:p14="http://schemas.microsoft.com/office/powerpoint/2010/main" val="2245447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1D71E-A663-EF9C-F932-446D74BA7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1F5482-D336-C357-B099-4A035C17D2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D419D8-2486-C9FD-2C2B-C3BADACDA311}"/>
              </a:ext>
            </a:extLst>
          </p:cNvPr>
          <p:cNvSpPr>
            <a:spLocks noGrp="1"/>
          </p:cNvSpPr>
          <p:nvPr>
            <p:ph type="body" idx="1"/>
          </p:nvPr>
        </p:nvSpPr>
        <p:spPr/>
        <p:txBody>
          <a:bodyPr/>
          <a:lstStyle/>
          <a:p>
            <a:r>
              <a:rPr lang="en-US"/>
              <a:t>“””</a:t>
            </a:r>
          </a:p>
          <a:p>
            <a:r>
              <a:rPr lang="en-US" sz="1200" b="0" i="0" kern="1200">
                <a:solidFill>
                  <a:schemeClr val="tx1"/>
                </a:solidFill>
                <a:effectLst/>
                <a:latin typeface="+mn-lt"/>
                <a:ea typeface="+mn-ea"/>
                <a:cs typeface="+mn-cs"/>
              </a:rPr>
              <a:t>[Hopefully: That’s exactly right!] The house falls down. So in order to build a strong, stable house…</a:t>
            </a:r>
          </a:p>
          <a:p>
            <a:endParaRPr lang="en-US"/>
          </a:p>
          <a:p>
            <a:r>
              <a:rPr lang="en-US"/>
              <a:t>“””</a:t>
            </a:r>
          </a:p>
        </p:txBody>
      </p:sp>
      <p:sp>
        <p:nvSpPr>
          <p:cNvPr id="4" name="Slide Number Placeholder 3">
            <a:extLst>
              <a:ext uri="{FF2B5EF4-FFF2-40B4-BE49-F238E27FC236}">
                <a16:creationId xmlns:a16="http://schemas.microsoft.com/office/drawing/2014/main" id="{7810A22A-9046-56F4-0F31-B880BCD47975}"/>
              </a:ext>
            </a:extLst>
          </p:cNvPr>
          <p:cNvSpPr>
            <a:spLocks noGrp="1"/>
          </p:cNvSpPr>
          <p:nvPr>
            <p:ph type="sldNum" sz="quarter" idx="5"/>
          </p:nvPr>
        </p:nvSpPr>
        <p:spPr/>
        <p:txBody>
          <a:bodyPr/>
          <a:lstStyle/>
          <a:p>
            <a:fld id="{4FBA0CA4-DCD3-BC41-93FC-1B18DBEF5D82}" type="slidenum">
              <a:rPr lang="en-US" smtClean="0"/>
              <a:t>13</a:t>
            </a:fld>
            <a:endParaRPr lang="en-US"/>
          </a:p>
        </p:txBody>
      </p:sp>
    </p:spTree>
    <p:extLst>
      <p:ext uri="{BB962C8B-B14F-4D97-AF65-F5344CB8AC3E}">
        <p14:creationId xmlns:p14="http://schemas.microsoft.com/office/powerpoint/2010/main" val="4077353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0FEBC-C222-1EE0-E8F6-D479BB49E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58D08-CBC9-8AFC-9BA7-F37C9EFDF4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B1B95-5519-23D8-2707-95971BDB277E}"/>
              </a:ext>
            </a:extLst>
          </p:cNvPr>
          <p:cNvSpPr>
            <a:spLocks noGrp="1"/>
          </p:cNvSpPr>
          <p:nvPr>
            <p:ph type="body" idx="1"/>
          </p:nvPr>
        </p:nvSpPr>
        <p:spPr/>
        <p:txBody>
          <a:bodyPr/>
          <a:lstStyle/>
          <a:p>
            <a:r>
              <a:rPr lang="en-US"/>
              <a:t>“””</a:t>
            </a:r>
          </a:p>
          <a:p>
            <a:r>
              <a:rPr lang="en-US" sz="1200" b="0" i="0" kern="1200">
                <a:solidFill>
                  <a:schemeClr val="tx1"/>
                </a:solidFill>
                <a:effectLst/>
                <a:latin typeface="+mn-lt"/>
                <a:ea typeface="+mn-ea"/>
                <a:cs typeface="+mn-cs"/>
              </a:rPr>
              <a:t>You need a strong, stable foundation. </a:t>
            </a:r>
            <a:r>
              <a:rPr lang="en-US" sz="1200" b="1" i="0" kern="1200">
                <a:solidFill>
                  <a:schemeClr val="tx1"/>
                </a:solidFill>
                <a:effectLst/>
                <a:latin typeface="+mn-lt"/>
                <a:ea typeface="+mn-ea"/>
                <a:cs typeface="+mn-cs"/>
              </a:rPr>
              <a:t>Your requirements are your foundation</a:t>
            </a:r>
            <a:r>
              <a:rPr lang="en-US" sz="1200" b="0" i="0" kern="1200">
                <a:solidFill>
                  <a:schemeClr val="tx1"/>
                </a:solidFill>
                <a:effectLst/>
                <a:latin typeface="+mn-lt"/>
                <a:ea typeface="+mn-ea"/>
                <a:cs typeface="+mn-cs"/>
              </a:rPr>
              <a:t>.</a:t>
            </a:r>
          </a:p>
          <a:p>
            <a:endParaRPr lang="en-US"/>
          </a:p>
          <a:p>
            <a:r>
              <a:rPr lang="en-US"/>
              <a:t>“””</a:t>
            </a:r>
          </a:p>
        </p:txBody>
      </p:sp>
      <p:sp>
        <p:nvSpPr>
          <p:cNvPr id="4" name="Slide Number Placeholder 3">
            <a:extLst>
              <a:ext uri="{FF2B5EF4-FFF2-40B4-BE49-F238E27FC236}">
                <a16:creationId xmlns:a16="http://schemas.microsoft.com/office/drawing/2014/main" id="{38CB1519-9E1D-19A6-ADE2-62EA2F3CB39E}"/>
              </a:ext>
            </a:extLst>
          </p:cNvPr>
          <p:cNvSpPr>
            <a:spLocks noGrp="1"/>
          </p:cNvSpPr>
          <p:nvPr>
            <p:ph type="sldNum" sz="quarter" idx="5"/>
          </p:nvPr>
        </p:nvSpPr>
        <p:spPr/>
        <p:txBody>
          <a:bodyPr/>
          <a:lstStyle/>
          <a:p>
            <a:fld id="{4FBA0CA4-DCD3-BC41-93FC-1B18DBEF5D82}" type="slidenum">
              <a:rPr lang="en-US" smtClean="0"/>
              <a:t>14</a:t>
            </a:fld>
            <a:endParaRPr lang="en-US"/>
          </a:p>
        </p:txBody>
      </p:sp>
    </p:spTree>
    <p:extLst>
      <p:ext uri="{BB962C8B-B14F-4D97-AF65-F5344CB8AC3E}">
        <p14:creationId xmlns:p14="http://schemas.microsoft.com/office/powerpoint/2010/main" val="29825884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AB8E0-00B8-CC3C-C2D6-1C41ECD785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5B965-F3B7-17A7-C963-3C031EF03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9E57D-F08A-FA67-CBF0-6983309E3AE3}"/>
              </a:ext>
            </a:extLst>
          </p:cNvPr>
          <p:cNvSpPr>
            <a:spLocks noGrp="1"/>
          </p:cNvSpPr>
          <p:nvPr>
            <p:ph type="body" idx="1"/>
          </p:nvPr>
        </p:nvSpPr>
        <p:spPr/>
        <p:txBody>
          <a:bodyPr/>
          <a:lstStyle/>
          <a:p>
            <a:r>
              <a:rPr lang="en-US"/>
              <a:t>“””</a:t>
            </a:r>
          </a:p>
          <a:p>
            <a:r>
              <a:rPr lang="en-US" sz="1200" b="0" i="0" kern="1200">
                <a:solidFill>
                  <a:schemeClr val="tx1"/>
                </a:solidFill>
                <a:effectLst/>
                <a:latin typeface="+mn-lt"/>
                <a:ea typeface="+mn-ea"/>
                <a:cs typeface="+mn-cs"/>
              </a:rPr>
              <a:t>Requirements gathering is the foundation of any software project. Just like you wouldn't build a house on a cracked foundation, you shouldn't write code without understanding what you're actually trying to accomplish. Skipping requirements gathering is how you end up rebuilding features over and over again. It’s how you build something that technically works but doesn't solve the actual problem. It’s how you stay stuck in that loop forever, chasing criteria you didn’t know existed. You want a strong foundation where you know exactly where you’re headed before you get there. You don’t want to build just any solution; you want to build the right solution. Requirements are how you get there.</a:t>
            </a:r>
            <a:endParaRPr lang="en-US"/>
          </a:p>
          <a:p>
            <a:r>
              <a:rPr lang="en-US"/>
              <a:t>“””</a:t>
            </a:r>
          </a:p>
        </p:txBody>
      </p:sp>
      <p:sp>
        <p:nvSpPr>
          <p:cNvPr id="4" name="Slide Number Placeholder 3">
            <a:extLst>
              <a:ext uri="{FF2B5EF4-FFF2-40B4-BE49-F238E27FC236}">
                <a16:creationId xmlns:a16="http://schemas.microsoft.com/office/drawing/2014/main" id="{974F2103-1384-4531-8CDC-1773AFDA02C8}"/>
              </a:ext>
            </a:extLst>
          </p:cNvPr>
          <p:cNvSpPr>
            <a:spLocks noGrp="1"/>
          </p:cNvSpPr>
          <p:nvPr>
            <p:ph type="sldNum" sz="quarter" idx="5"/>
          </p:nvPr>
        </p:nvSpPr>
        <p:spPr/>
        <p:txBody>
          <a:bodyPr/>
          <a:lstStyle/>
          <a:p>
            <a:fld id="{4FBA0CA4-DCD3-BC41-93FC-1B18DBEF5D82}" type="slidenum">
              <a:rPr lang="en-US" smtClean="0"/>
              <a:t>15</a:t>
            </a:fld>
            <a:endParaRPr lang="en-US"/>
          </a:p>
        </p:txBody>
      </p:sp>
    </p:spTree>
    <p:extLst>
      <p:ext uri="{BB962C8B-B14F-4D97-AF65-F5344CB8AC3E}">
        <p14:creationId xmlns:p14="http://schemas.microsoft.com/office/powerpoint/2010/main" val="3618911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6B242-6335-6FD8-310A-3B305F6A1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3CB7F4-25DB-AB8E-B932-10351713BF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07CFD-6481-2E1C-253D-01CC104E739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CDE2D86-F616-6568-30C2-55C61688CF68}"/>
              </a:ext>
            </a:extLst>
          </p:cNvPr>
          <p:cNvSpPr>
            <a:spLocks noGrp="1"/>
          </p:cNvSpPr>
          <p:nvPr>
            <p:ph type="sldNum" sz="quarter" idx="5"/>
          </p:nvPr>
        </p:nvSpPr>
        <p:spPr/>
        <p:txBody>
          <a:bodyPr/>
          <a:lstStyle/>
          <a:p>
            <a:fld id="{4FBA0CA4-DCD3-BC41-93FC-1B18DBEF5D82}" type="slidenum">
              <a:rPr lang="en-US" smtClean="0"/>
              <a:t>16</a:t>
            </a:fld>
            <a:endParaRPr lang="en-US"/>
          </a:p>
        </p:txBody>
      </p:sp>
    </p:spTree>
    <p:extLst>
      <p:ext uri="{BB962C8B-B14F-4D97-AF65-F5344CB8AC3E}">
        <p14:creationId xmlns:p14="http://schemas.microsoft.com/office/powerpoint/2010/main" val="2971440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a:p>
            <a:r>
              <a:rPr lang="en-US"/>
              <a:t>Requirements gathering is kind of like preparing for a long journey. Part of preparing for that long journey is knowing where you’re going.</a:t>
            </a:r>
          </a:p>
          <a:p>
            <a:r>
              <a:rPr lang="en-US"/>
              <a:t>“””</a:t>
            </a:r>
          </a:p>
        </p:txBody>
      </p:sp>
      <p:sp>
        <p:nvSpPr>
          <p:cNvPr id="4" name="Slide Number Placeholder 3"/>
          <p:cNvSpPr>
            <a:spLocks noGrp="1"/>
          </p:cNvSpPr>
          <p:nvPr>
            <p:ph type="sldNum" sz="quarter" idx="5"/>
          </p:nvPr>
        </p:nvSpPr>
        <p:spPr/>
        <p:txBody>
          <a:bodyPr/>
          <a:lstStyle/>
          <a:p>
            <a:fld id="{4FBA0CA4-DCD3-BC41-93FC-1B18DBEF5D82}" type="slidenum">
              <a:rPr lang="en-US" smtClean="0"/>
              <a:t>17</a:t>
            </a:fld>
            <a:endParaRPr lang="en-US"/>
          </a:p>
        </p:txBody>
      </p:sp>
    </p:spTree>
    <p:extLst>
      <p:ext uri="{BB962C8B-B14F-4D97-AF65-F5344CB8AC3E}">
        <p14:creationId xmlns:p14="http://schemas.microsoft.com/office/powerpoint/2010/main" val="2832794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6059D-521A-CB8F-BAA6-22A8081495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2BCC2-81EE-A648-5E5B-50AA1261E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91E08-370E-A878-9F45-2AE0841784D1}"/>
              </a:ext>
            </a:extLst>
          </p:cNvPr>
          <p:cNvSpPr>
            <a:spLocks noGrp="1"/>
          </p:cNvSpPr>
          <p:nvPr>
            <p:ph type="body" idx="1"/>
          </p:nvPr>
        </p:nvSpPr>
        <p:spPr/>
        <p:txBody>
          <a:bodyPr/>
          <a:lstStyle/>
          <a:p>
            <a:r>
              <a:rPr lang="en-US"/>
              <a:t>“””</a:t>
            </a:r>
          </a:p>
          <a:p>
            <a:r>
              <a:rPr lang="en-US"/>
              <a:t>Let’s talk about validation criteria. </a:t>
            </a:r>
            <a:r>
              <a:rPr lang="en-US" sz="1200" b="0" i="0" kern="1200">
                <a:solidFill>
                  <a:schemeClr val="tx1"/>
                </a:solidFill>
                <a:effectLst/>
                <a:latin typeface="+mn-lt"/>
                <a:ea typeface="+mn-ea"/>
                <a:cs typeface="+mn-cs"/>
              </a:rPr>
              <a:t>This is about defining what success looks like before you write a single line of code or even create your spec. Think of validation criteria as your destination. If you don't know where you're going, any road will get you somewhere, but probably not where you wanted to be. In requirements gathering, you have to prepare for exactly the results you want to achieve, rather than retroactively decide what to measure against. When you're making design choices later, you can ask: "Does this help us meet our validation criteria?" If not, you're probably going down the wrong path. These validation criteria should be measurable, testable, and unambiguous. These criteria will then guide you through spec development, implementation, and verification, and should be established earlier rather than later.</a:t>
            </a:r>
          </a:p>
          <a:p>
            <a:r>
              <a:rPr lang="en-US"/>
              <a:t>“””</a:t>
            </a:r>
          </a:p>
        </p:txBody>
      </p:sp>
      <p:sp>
        <p:nvSpPr>
          <p:cNvPr id="4" name="Slide Number Placeholder 3">
            <a:extLst>
              <a:ext uri="{FF2B5EF4-FFF2-40B4-BE49-F238E27FC236}">
                <a16:creationId xmlns:a16="http://schemas.microsoft.com/office/drawing/2014/main" id="{7C580071-111F-7DED-BE52-ACCCE09E5CC3}"/>
              </a:ext>
            </a:extLst>
          </p:cNvPr>
          <p:cNvSpPr>
            <a:spLocks noGrp="1"/>
          </p:cNvSpPr>
          <p:nvPr>
            <p:ph type="sldNum" sz="quarter" idx="5"/>
          </p:nvPr>
        </p:nvSpPr>
        <p:spPr/>
        <p:txBody>
          <a:bodyPr/>
          <a:lstStyle/>
          <a:p>
            <a:fld id="{4FBA0CA4-DCD3-BC41-93FC-1B18DBEF5D82}" type="slidenum">
              <a:rPr lang="en-US" smtClean="0"/>
              <a:t>18</a:t>
            </a:fld>
            <a:endParaRPr lang="en-US"/>
          </a:p>
        </p:txBody>
      </p:sp>
    </p:spTree>
    <p:extLst>
      <p:ext uri="{BB962C8B-B14F-4D97-AF65-F5344CB8AC3E}">
        <p14:creationId xmlns:p14="http://schemas.microsoft.com/office/powerpoint/2010/main" val="1285864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4620B-7B3F-0E99-F310-877DA3989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745B4D-3901-D3E2-0CA0-BC36BB5FF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F6BA1-E0C9-0C31-37F5-0FD6C0E0754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Use the requirements you made and ask the AI to create the spec based on those requirements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It’s a good idea to be as specific as possible here. Go into as much technical detail as you need; from specific libraries to use, constraints to follow, and justification to prove it.</a:t>
            </a:r>
          </a:p>
        </p:txBody>
      </p:sp>
      <p:sp>
        <p:nvSpPr>
          <p:cNvPr id="4" name="Slide Number Placeholder 3">
            <a:extLst>
              <a:ext uri="{FF2B5EF4-FFF2-40B4-BE49-F238E27FC236}">
                <a16:creationId xmlns:a16="http://schemas.microsoft.com/office/drawing/2014/main" id="{319C2717-C620-A1E6-0160-D6A6D9BAFDB1}"/>
              </a:ext>
            </a:extLst>
          </p:cNvPr>
          <p:cNvSpPr>
            <a:spLocks noGrp="1"/>
          </p:cNvSpPr>
          <p:nvPr>
            <p:ph type="sldNum" sz="quarter" idx="5"/>
          </p:nvPr>
        </p:nvSpPr>
        <p:spPr/>
        <p:txBody>
          <a:bodyPr/>
          <a:lstStyle/>
          <a:p>
            <a:fld id="{4FBA0CA4-DCD3-BC41-93FC-1B18DBEF5D82}" type="slidenum">
              <a:rPr lang="en-US" smtClean="0"/>
              <a:t>19</a:t>
            </a:fld>
            <a:endParaRPr lang="en-US"/>
          </a:p>
        </p:txBody>
      </p:sp>
    </p:spTree>
    <p:extLst>
      <p:ext uri="{BB962C8B-B14F-4D97-AF65-F5344CB8AC3E}">
        <p14:creationId xmlns:p14="http://schemas.microsoft.com/office/powerpoint/2010/main" val="1495753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9BDEC-666A-51A6-F5C8-88A48DCC11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2AEB15-ADFF-A202-8FAF-BBD662A7F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3BACA-1C03-C260-4C6C-901E000E04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After creating your initial prompt, it’s time to review the results. </a:t>
            </a:r>
            <a:r>
              <a:rPr lang="en-US" sz="1200" b="0" i="0" kern="1200">
                <a:solidFill>
                  <a:schemeClr val="tx1"/>
                </a:solidFill>
                <a:effectLst/>
                <a:latin typeface="+mn-lt"/>
                <a:ea typeface="+mn-ea"/>
                <a:cs typeface="+mn-cs"/>
              </a:rPr>
              <a:t>When Bob generates a plan, you'll see a structured breakdown of the work. Typically, this includes high-level steps, implementation considerations, and dependencies between tasks. Your job at this stage is to decide how you want to approach the completion of your spec.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In my experience, t</a:t>
            </a:r>
            <a:r>
              <a:rPr lang="en-US" b="0"/>
              <a:t>his phase is all about workshopping the responses of the agent to get to a place you’re satisfied with. You could accept the spec as is, and simply trial and error the whole process, which is a valid way to analyze its performance, or you could review and workshop your spec, going back and forth with Bob. In doing so, you want to identify any </a:t>
            </a:r>
            <a:r>
              <a:rPr lang="en-US" sz="1200" b="0" i="0" kern="1200">
                <a:solidFill>
                  <a:schemeClr val="tx1"/>
                </a:solidFill>
                <a:effectLst/>
                <a:latin typeface="+mn-lt"/>
                <a:ea typeface="+mn-ea"/>
                <a:cs typeface="+mn-cs"/>
              </a:rPr>
              <a:t>gaps, unclear steps, or misalignments with your requirements before any code gets written. Your method will depend on your tolerance for rework and your perceived quality of the implementation of your initial prompt.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b="0"/>
              <a:t>The bottom line is you need a minimum viable spec where you accept the risks involved with the architectural decisions and their level of specificity.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a:t>
            </a:r>
            <a:endParaRPr lang="en-US"/>
          </a:p>
        </p:txBody>
      </p:sp>
      <p:sp>
        <p:nvSpPr>
          <p:cNvPr id="4" name="Slide Number Placeholder 3">
            <a:extLst>
              <a:ext uri="{FF2B5EF4-FFF2-40B4-BE49-F238E27FC236}">
                <a16:creationId xmlns:a16="http://schemas.microsoft.com/office/drawing/2014/main" id="{F5B9E95C-531C-D8A3-912A-E875D67E58A1}"/>
              </a:ext>
            </a:extLst>
          </p:cNvPr>
          <p:cNvSpPr>
            <a:spLocks noGrp="1"/>
          </p:cNvSpPr>
          <p:nvPr>
            <p:ph type="sldNum" sz="quarter" idx="5"/>
          </p:nvPr>
        </p:nvSpPr>
        <p:spPr/>
        <p:txBody>
          <a:bodyPr/>
          <a:lstStyle/>
          <a:p>
            <a:fld id="{4FBA0CA4-DCD3-BC41-93FC-1B18DBEF5D82}" type="slidenum">
              <a:rPr lang="en-US" smtClean="0"/>
              <a:t>20</a:t>
            </a:fld>
            <a:endParaRPr lang="en-US"/>
          </a:p>
        </p:txBody>
      </p:sp>
    </p:spTree>
    <p:extLst>
      <p:ext uri="{BB962C8B-B14F-4D97-AF65-F5344CB8AC3E}">
        <p14:creationId xmlns:p14="http://schemas.microsoft.com/office/powerpoint/2010/main" val="1131773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7990D-7F4F-9DED-809C-419F373024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50C61-917C-9B7C-7EA4-7D2FD096A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C30F3-72F3-4B57-73CE-6E20B7EF6D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83B2E89-A1BB-442E-53E6-DF3754B4B5D9}"/>
              </a:ext>
            </a:extLst>
          </p:cNvPr>
          <p:cNvSpPr>
            <a:spLocks noGrp="1"/>
          </p:cNvSpPr>
          <p:nvPr>
            <p:ph type="sldNum" sz="quarter" idx="5"/>
          </p:nvPr>
        </p:nvSpPr>
        <p:spPr/>
        <p:txBody>
          <a:bodyPr/>
          <a:lstStyle/>
          <a:p>
            <a:fld id="{4FBA0CA4-DCD3-BC41-93FC-1B18DBEF5D82}" type="slidenum">
              <a:rPr lang="en-US" smtClean="0"/>
              <a:t>21</a:t>
            </a:fld>
            <a:endParaRPr lang="en-US"/>
          </a:p>
        </p:txBody>
      </p:sp>
    </p:spTree>
    <p:extLst>
      <p:ext uri="{BB962C8B-B14F-4D97-AF65-F5344CB8AC3E}">
        <p14:creationId xmlns:p14="http://schemas.microsoft.com/office/powerpoint/2010/main" val="29743942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32B46-F547-D80B-F2F4-6C4BDF252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42FCC-8AE7-1DAB-0B06-416F115B6F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2FAC7-BE0E-8C67-60B7-CDDF3FB68D9F}"/>
              </a:ext>
            </a:extLst>
          </p:cNvPr>
          <p:cNvSpPr>
            <a:spLocks noGrp="1"/>
          </p:cNvSpPr>
          <p:nvPr>
            <p:ph type="body" idx="1"/>
          </p:nvPr>
        </p:nvSpPr>
        <p:spPr/>
        <p:txBody>
          <a:bodyPr/>
          <a:lstStyle/>
          <a:p>
            <a:r>
              <a:rPr lang="en-US"/>
              <a:t>You will be working with our pre-built sample codebase to explore working with an existing project</a:t>
            </a:r>
          </a:p>
        </p:txBody>
      </p:sp>
      <p:sp>
        <p:nvSpPr>
          <p:cNvPr id="4" name="Slide Number Placeholder 3">
            <a:extLst>
              <a:ext uri="{FF2B5EF4-FFF2-40B4-BE49-F238E27FC236}">
                <a16:creationId xmlns:a16="http://schemas.microsoft.com/office/drawing/2014/main" id="{4E2F5AA1-6614-FF7D-4490-985AA07E1F3E}"/>
              </a:ext>
            </a:extLst>
          </p:cNvPr>
          <p:cNvSpPr>
            <a:spLocks noGrp="1"/>
          </p:cNvSpPr>
          <p:nvPr>
            <p:ph type="sldNum" sz="quarter" idx="5"/>
          </p:nvPr>
        </p:nvSpPr>
        <p:spPr/>
        <p:txBody>
          <a:bodyPr/>
          <a:lstStyle/>
          <a:p>
            <a:fld id="{4FBA0CA4-DCD3-BC41-93FC-1B18DBEF5D82}" type="slidenum">
              <a:rPr lang="en-US" smtClean="0"/>
              <a:t>22</a:t>
            </a:fld>
            <a:endParaRPr lang="en-US"/>
          </a:p>
        </p:txBody>
      </p:sp>
    </p:spTree>
    <p:extLst>
      <p:ext uri="{BB962C8B-B14F-4D97-AF65-F5344CB8AC3E}">
        <p14:creationId xmlns:p14="http://schemas.microsoft.com/office/powerpoint/2010/main" val="554638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grill-me skill? Could also install in module 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Fresh session or extend an existing session? Probably fresh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Talk about the non-determinism, and make sure they know the spec won’t be perfect to start—that’s why validation is so important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Tradeoff to optimize minimal rework and enough specificity without going overboard</a:t>
            </a:r>
          </a:p>
          <a:p>
            <a:endParaRPr lang="en-US"/>
          </a:p>
        </p:txBody>
      </p:sp>
      <p:sp>
        <p:nvSpPr>
          <p:cNvPr id="4" name="Slide Number Placeholder 3"/>
          <p:cNvSpPr>
            <a:spLocks noGrp="1"/>
          </p:cNvSpPr>
          <p:nvPr>
            <p:ph type="sldNum" sz="quarter" idx="5"/>
          </p:nvPr>
        </p:nvSpPr>
        <p:spPr/>
        <p:txBody>
          <a:bodyPr/>
          <a:lstStyle/>
          <a:p>
            <a:fld id="{4FBA0CA4-DCD3-BC41-93FC-1B18DBEF5D82}" type="slidenum">
              <a:rPr lang="en-US" smtClean="0"/>
              <a:t>23</a:t>
            </a:fld>
            <a:endParaRPr lang="en-US"/>
          </a:p>
        </p:txBody>
      </p:sp>
    </p:spTree>
    <p:extLst>
      <p:ext uri="{BB962C8B-B14F-4D97-AF65-F5344CB8AC3E}">
        <p14:creationId xmlns:p14="http://schemas.microsoft.com/office/powerpoint/2010/main" val="18661464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Purpose</a:t>
            </a:r>
            <a:r>
              <a:rPr lang="en-US"/>
              <a:t>: Execute against a clearly defined spec by delegating implementation tasks including code changes, file edits, and supporting steps, to an agentic coding tool</a:t>
            </a:r>
          </a:p>
          <a:p>
            <a:endParaRPr lang="en-US"/>
          </a:p>
          <a:p>
            <a:r>
              <a:rPr lang="en-US"/>
              <a:t>“Moving to implementation, this is where delegation becomes extremely important. Your goal is to have the planning you’ve done in the previous two modules executed with as little hiccups as possible.”</a:t>
            </a:r>
          </a:p>
        </p:txBody>
      </p:sp>
      <p:sp>
        <p:nvSpPr>
          <p:cNvPr id="4" name="Slide Number Placeholder 3"/>
          <p:cNvSpPr>
            <a:spLocks noGrp="1"/>
          </p:cNvSpPr>
          <p:nvPr>
            <p:ph type="sldNum" sz="quarter" idx="5"/>
          </p:nvPr>
        </p:nvSpPr>
        <p:spPr/>
        <p:txBody>
          <a:bodyPr/>
          <a:lstStyle/>
          <a:p>
            <a:fld id="{4FBA0CA4-DCD3-BC41-93FC-1B18DBEF5D82}" type="slidenum">
              <a:rPr lang="en-US" smtClean="0"/>
              <a:t>24</a:t>
            </a:fld>
            <a:endParaRPr lang="en-US"/>
          </a:p>
        </p:txBody>
      </p:sp>
    </p:spTree>
    <p:extLst>
      <p:ext uri="{BB962C8B-B14F-4D97-AF65-F5344CB8AC3E}">
        <p14:creationId xmlns:p14="http://schemas.microsoft.com/office/powerpoint/2010/main" val="28652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44834-338B-95F0-EC02-4EFCA3C54B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E1961-8EAF-871E-9105-27CF7C13D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049E9-F7BC-BF9E-A2F8-7D8104621B60}"/>
              </a:ext>
            </a:extLst>
          </p:cNvPr>
          <p:cNvSpPr>
            <a:spLocks noGrp="1"/>
          </p:cNvSpPr>
          <p:nvPr>
            <p:ph type="body" idx="1"/>
          </p:nvPr>
        </p:nvSpPr>
        <p:spPr/>
        <p:txBody>
          <a:bodyPr/>
          <a:lstStyle/>
          <a:p>
            <a:r>
              <a:rPr lang="en-US" dirty="0"/>
              <a:t>The different levels of implementation vary with the degree of supervision you wish to have on your agent</a:t>
            </a:r>
          </a:p>
          <a:p>
            <a:r>
              <a:rPr lang="en-US" dirty="0"/>
              <a:t>Agent autonomy will depend on your confidence in the system you design to allow your agent to complete tasks autonomously</a:t>
            </a:r>
          </a:p>
          <a:p>
            <a:r>
              <a:rPr lang="en-US" dirty="0"/>
              <a:t>For consistently great results, you want to implement systems thinking relevant to your use case rather than allowing your agent to freely roam your codebase</a:t>
            </a:r>
          </a:p>
        </p:txBody>
      </p:sp>
      <p:sp>
        <p:nvSpPr>
          <p:cNvPr id="4" name="Slide Number Placeholder 3">
            <a:extLst>
              <a:ext uri="{FF2B5EF4-FFF2-40B4-BE49-F238E27FC236}">
                <a16:creationId xmlns:a16="http://schemas.microsoft.com/office/drawing/2014/main" id="{F02D870C-683F-89F7-908F-1A7C89DBB405}"/>
              </a:ext>
            </a:extLst>
          </p:cNvPr>
          <p:cNvSpPr>
            <a:spLocks noGrp="1"/>
          </p:cNvSpPr>
          <p:nvPr>
            <p:ph type="sldNum" sz="quarter" idx="5"/>
          </p:nvPr>
        </p:nvSpPr>
        <p:spPr/>
        <p:txBody>
          <a:bodyPr/>
          <a:lstStyle/>
          <a:p>
            <a:fld id="{4FBA0CA4-DCD3-BC41-93FC-1B18DBEF5D82}" type="slidenum">
              <a:rPr lang="en-US" smtClean="0"/>
              <a:t>25</a:t>
            </a:fld>
            <a:endParaRPr lang="en-US"/>
          </a:p>
        </p:txBody>
      </p:sp>
    </p:spTree>
    <p:extLst>
      <p:ext uri="{BB962C8B-B14F-4D97-AF65-F5344CB8AC3E}">
        <p14:creationId xmlns:p14="http://schemas.microsoft.com/office/powerpoint/2010/main" val="21640423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35FA4-4904-C7B5-4E48-BE5C10C01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B7E5B-53C6-BB76-7C19-BE75CEC209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092C0-C1F5-7E38-F183-54E1B61056C3}"/>
              </a:ext>
            </a:extLst>
          </p:cNvPr>
          <p:cNvSpPr>
            <a:spLocks noGrp="1"/>
          </p:cNvSpPr>
          <p:nvPr>
            <p:ph type="body" idx="1"/>
          </p:nvPr>
        </p:nvSpPr>
        <p:spPr/>
        <p:txBody>
          <a:bodyPr/>
          <a:lstStyle/>
          <a:p>
            <a:r>
              <a:rPr lang="en-US" dirty="0"/>
              <a:t>Each of the forms build on top of one of another, but refer to slightly different aspects of improving your agentic engineering workflow</a:t>
            </a:r>
          </a:p>
        </p:txBody>
      </p:sp>
      <p:sp>
        <p:nvSpPr>
          <p:cNvPr id="4" name="Slide Number Placeholder 3">
            <a:extLst>
              <a:ext uri="{FF2B5EF4-FFF2-40B4-BE49-F238E27FC236}">
                <a16:creationId xmlns:a16="http://schemas.microsoft.com/office/drawing/2014/main" id="{E5386990-D5C4-80CB-1188-B44E03DBBAA4}"/>
              </a:ext>
            </a:extLst>
          </p:cNvPr>
          <p:cNvSpPr>
            <a:spLocks noGrp="1"/>
          </p:cNvSpPr>
          <p:nvPr>
            <p:ph type="sldNum" sz="quarter" idx="5"/>
          </p:nvPr>
        </p:nvSpPr>
        <p:spPr/>
        <p:txBody>
          <a:bodyPr/>
          <a:lstStyle/>
          <a:p>
            <a:fld id="{4FBA0CA4-DCD3-BC41-93FC-1B18DBEF5D82}" type="slidenum">
              <a:rPr lang="en-US" smtClean="0"/>
              <a:t>26</a:t>
            </a:fld>
            <a:endParaRPr lang="en-US"/>
          </a:p>
        </p:txBody>
      </p:sp>
    </p:spTree>
    <p:extLst>
      <p:ext uri="{BB962C8B-B14F-4D97-AF65-F5344CB8AC3E}">
        <p14:creationId xmlns:p14="http://schemas.microsoft.com/office/powerpoint/2010/main" val="26277259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CC0C1-3B4F-F818-CAF1-E4F7F44A0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8A680-C600-8F23-B901-8A75CFF33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7E3514-CF90-68EA-A57D-DE08F0E13A8B}"/>
              </a:ext>
            </a:extLst>
          </p:cNvPr>
          <p:cNvSpPr>
            <a:spLocks noGrp="1"/>
          </p:cNvSpPr>
          <p:nvPr>
            <p:ph type="body" idx="1"/>
          </p:nvPr>
        </p:nvSpPr>
        <p:spPr/>
        <p:txBody>
          <a:bodyPr/>
          <a:lstStyle/>
          <a:p>
            <a:r>
              <a:rPr lang="en-US" dirty="0"/>
              <a:t>basic input and output, conversation style use of agents</a:t>
            </a:r>
          </a:p>
        </p:txBody>
      </p:sp>
      <p:sp>
        <p:nvSpPr>
          <p:cNvPr id="4" name="Slide Number Placeholder 3">
            <a:extLst>
              <a:ext uri="{FF2B5EF4-FFF2-40B4-BE49-F238E27FC236}">
                <a16:creationId xmlns:a16="http://schemas.microsoft.com/office/drawing/2014/main" id="{3BE24BEC-0432-1B21-0661-27A396101FD1}"/>
              </a:ext>
            </a:extLst>
          </p:cNvPr>
          <p:cNvSpPr>
            <a:spLocks noGrp="1"/>
          </p:cNvSpPr>
          <p:nvPr>
            <p:ph type="sldNum" sz="quarter" idx="5"/>
          </p:nvPr>
        </p:nvSpPr>
        <p:spPr/>
        <p:txBody>
          <a:bodyPr/>
          <a:lstStyle/>
          <a:p>
            <a:fld id="{4FBA0CA4-DCD3-BC41-93FC-1B18DBEF5D82}" type="slidenum">
              <a:rPr lang="en-US" smtClean="0"/>
              <a:t>27</a:t>
            </a:fld>
            <a:endParaRPr lang="en-US"/>
          </a:p>
        </p:txBody>
      </p:sp>
    </p:spTree>
    <p:extLst>
      <p:ext uri="{BB962C8B-B14F-4D97-AF65-F5344CB8AC3E}">
        <p14:creationId xmlns:p14="http://schemas.microsoft.com/office/powerpoint/2010/main" val="27811680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65F1F-EF58-CF14-52F9-FBC6F006A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DD3D76-9F35-925D-FD3F-EBF2D7E6F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78CED-8440-34CB-1CFA-71DB765DA1EB}"/>
              </a:ext>
            </a:extLst>
          </p:cNvPr>
          <p:cNvSpPr>
            <a:spLocks noGrp="1"/>
          </p:cNvSpPr>
          <p:nvPr>
            <p:ph type="body" idx="1"/>
          </p:nvPr>
        </p:nvSpPr>
        <p:spPr/>
        <p:txBody>
          <a:bodyPr/>
          <a:lstStyle/>
          <a:p>
            <a:r>
              <a:rPr lang="en-US" dirty="0"/>
              <a:t>”how many of you guys have heard of context?”</a:t>
            </a:r>
          </a:p>
          <a:p>
            <a:endParaRPr lang="en-US" dirty="0"/>
          </a:p>
          <a:p>
            <a:r>
              <a:rPr lang="en-US" dirty="0"/>
              <a:t>Context engineering refers to curating the relevant information presented to the model via the context</a:t>
            </a:r>
          </a:p>
          <a:p>
            <a:r>
              <a:rPr lang="en-US" dirty="0"/>
              <a:t>About managing session memory</a:t>
            </a:r>
          </a:p>
          <a:p>
            <a:r>
              <a:rPr lang="en-US" dirty="0"/>
              <a:t>Matters both when you’re the one prompting the agent and when you’re creating loops for the agent to prompt itself</a:t>
            </a:r>
          </a:p>
          <a:p>
            <a:endParaRPr lang="en-US" dirty="0"/>
          </a:p>
          <a:p>
            <a:r>
              <a:rPr lang="en-US" dirty="0"/>
              <a:t>Loop and graph engineering build on and use context engineering, but context engineering itself is about managing information and what the agent knows and applies universally</a:t>
            </a:r>
          </a:p>
        </p:txBody>
      </p:sp>
      <p:sp>
        <p:nvSpPr>
          <p:cNvPr id="4" name="Slide Number Placeholder 3">
            <a:extLst>
              <a:ext uri="{FF2B5EF4-FFF2-40B4-BE49-F238E27FC236}">
                <a16:creationId xmlns:a16="http://schemas.microsoft.com/office/drawing/2014/main" id="{4F4DEFE1-868C-33FD-C294-E35239B5FFF2}"/>
              </a:ext>
            </a:extLst>
          </p:cNvPr>
          <p:cNvSpPr>
            <a:spLocks noGrp="1"/>
          </p:cNvSpPr>
          <p:nvPr>
            <p:ph type="sldNum" sz="quarter" idx="5"/>
          </p:nvPr>
        </p:nvSpPr>
        <p:spPr/>
        <p:txBody>
          <a:bodyPr/>
          <a:lstStyle/>
          <a:p>
            <a:fld id="{4FBA0CA4-DCD3-BC41-93FC-1B18DBEF5D82}" type="slidenum">
              <a:rPr lang="en-US" smtClean="0"/>
              <a:t>28</a:t>
            </a:fld>
            <a:endParaRPr lang="en-US"/>
          </a:p>
        </p:txBody>
      </p:sp>
    </p:spTree>
    <p:extLst>
      <p:ext uri="{BB962C8B-B14F-4D97-AF65-F5344CB8AC3E}">
        <p14:creationId xmlns:p14="http://schemas.microsoft.com/office/powerpoint/2010/main" val="20355505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48279-8078-AB8D-7BB7-D82C7E3351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DEE29-87E2-AB94-0C57-EF6D212E73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1DAA6-536A-BF17-8092-8C9857918D1C}"/>
              </a:ext>
            </a:extLst>
          </p:cNvPr>
          <p:cNvSpPr>
            <a:spLocks noGrp="1"/>
          </p:cNvSpPr>
          <p:nvPr>
            <p:ph type="body" idx="1"/>
          </p:nvPr>
        </p:nvSpPr>
        <p:spPr/>
        <p:txBody>
          <a:bodyPr/>
          <a:lstStyle/>
          <a:p>
            <a:r>
              <a:rPr lang="en-US" dirty="0"/>
              <a:t>loop engineering gets into a much more hands off version of agentic engineering, and what’d we call more advanced techniques</a:t>
            </a:r>
          </a:p>
          <a:p>
            <a:endParaRPr lang="en-US" dirty="0"/>
          </a:p>
          <a:p>
            <a:r>
              <a:rPr lang="en-US" dirty="0"/>
              <a:t>essentially the important part is it’s moving towards the much more hands off side of agentic engineering</a:t>
            </a:r>
          </a:p>
          <a:p>
            <a:endParaRPr lang="en-US" dirty="0"/>
          </a:p>
          <a:p>
            <a:r>
              <a:rPr lang="en-US" dirty="0"/>
              <a:t>example is the ralph loop</a:t>
            </a:r>
          </a:p>
          <a:p>
            <a:r>
              <a:rPr lang="en-US" dirty="0"/>
              <a:t>spawns subagents to tackle each task, and only maintains the condensed results from each loop in the main context</a:t>
            </a:r>
          </a:p>
          <a:p>
            <a:endParaRPr lang="en-US" dirty="0"/>
          </a:p>
          <a:p>
            <a:r>
              <a:rPr lang="en-US" dirty="0"/>
              <a:t>defines feedback and validation between iterations</a:t>
            </a:r>
          </a:p>
          <a:p>
            <a:endParaRPr lang="en-US" dirty="0"/>
          </a:p>
          <a:p>
            <a:r>
              <a:rPr lang="en-US" dirty="0"/>
              <a:t>one task at a time</a:t>
            </a:r>
          </a:p>
        </p:txBody>
      </p:sp>
      <p:sp>
        <p:nvSpPr>
          <p:cNvPr id="4" name="Slide Number Placeholder 3">
            <a:extLst>
              <a:ext uri="{FF2B5EF4-FFF2-40B4-BE49-F238E27FC236}">
                <a16:creationId xmlns:a16="http://schemas.microsoft.com/office/drawing/2014/main" id="{8EC7861E-4C8B-E0A8-374C-11BB5F18370A}"/>
              </a:ext>
            </a:extLst>
          </p:cNvPr>
          <p:cNvSpPr>
            <a:spLocks noGrp="1"/>
          </p:cNvSpPr>
          <p:nvPr>
            <p:ph type="sldNum" sz="quarter" idx="5"/>
          </p:nvPr>
        </p:nvSpPr>
        <p:spPr/>
        <p:txBody>
          <a:bodyPr/>
          <a:lstStyle/>
          <a:p>
            <a:fld id="{4FBA0CA4-DCD3-BC41-93FC-1B18DBEF5D82}" type="slidenum">
              <a:rPr lang="en-US" smtClean="0"/>
              <a:t>29</a:t>
            </a:fld>
            <a:endParaRPr lang="en-US"/>
          </a:p>
        </p:txBody>
      </p:sp>
    </p:spTree>
    <p:extLst>
      <p:ext uri="{BB962C8B-B14F-4D97-AF65-F5344CB8AC3E}">
        <p14:creationId xmlns:p14="http://schemas.microsoft.com/office/powerpoint/2010/main" val="12571622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A415B-FCF5-82B1-3701-75693AE4C7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624A3-91BA-7C7B-B3CF-4BBD7B0F9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C050F7-ECDD-A662-148B-85645C78B4A7}"/>
              </a:ext>
            </a:extLst>
          </p:cNvPr>
          <p:cNvSpPr>
            <a:spLocks noGrp="1"/>
          </p:cNvSpPr>
          <p:nvPr>
            <p:ph type="body" idx="1"/>
          </p:nvPr>
        </p:nvSpPr>
        <p:spPr/>
        <p:txBody>
          <a:bodyPr/>
          <a:lstStyle/>
          <a:p>
            <a:r>
              <a:rPr lang="en-US" dirty="0"/>
              <a:t>three different types of memory that support graph </a:t>
            </a:r>
            <a:r>
              <a:rPr lang="en-US" dirty="0" err="1"/>
              <a:t>eng</a:t>
            </a:r>
            <a:endParaRPr lang="en-US" dirty="0"/>
          </a:p>
          <a:p>
            <a:r>
              <a:rPr lang="en-US" dirty="0"/>
              <a:t>semantic memory – what do we know?</a:t>
            </a:r>
          </a:p>
          <a:p>
            <a:r>
              <a:rPr lang="en-US" dirty="0"/>
              <a:t>episodic memory – what already happened?</a:t>
            </a:r>
          </a:p>
          <a:p>
            <a:r>
              <a:rPr lang="en-US" dirty="0"/>
              <a:t>procedural memory – how should we do this?</a:t>
            </a:r>
          </a:p>
        </p:txBody>
      </p:sp>
      <p:sp>
        <p:nvSpPr>
          <p:cNvPr id="4" name="Slide Number Placeholder 3">
            <a:extLst>
              <a:ext uri="{FF2B5EF4-FFF2-40B4-BE49-F238E27FC236}">
                <a16:creationId xmlns:a16="http://schemas.microsoft.com/office/drawing/2014/main" id="{E5BE6E6D-FE33-09AA-1E27-D490D7723355}"/>
              </a:ext>
            </a:extLst>
          </p:cNvPr>
          <p:cNvSpPr>
            <a:spLocks noGrp="1"/>
          </p:cNvSpPr>
          <p:nvPr>
            <p:ph type="sldNum" sz="quarter" idx="5"/>
          </p:nvPr>
        </p:nvSpPr>
        <p:spPr/>
        <p:txBody>
          <a:bodyPr/>
          <a:lstStyle/>
          <a:p>
            <a:fld id="{4FBA0CA4-DCD3-BC41-93FC-1B18DBEF5D82}" type="slidenum">
              <a:rPr lang="en-US" smtClean="0"/>
              <a:t>30</a:t>
            </a:fld>
            <a:endParaRPr lang="en-US"/>
          </a:p>
        </p:txBody>
      </p:sp>
    </p:spTree>
    <p:extLst>
      <p:ext uri="{BB962C8B-B14F-4D97-AF65-F5344CB8AC3E}">
        <p14:creationId xmlns:p14="http://schemas.microsoft.com/office/powerpoint/2010/main" val="31911324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C175E-DF04-7039-6380-32C6F5DAB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99E0E-6381-58DB-3F50-6810E666A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8BB7AE-90CD-21EF-E77C-C349C0711D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19E154-2C4B-59E6-EB5E-E3EBC94FC53F}"/>
              </a:ext>
            </a:extLst>
          </p:cNvPr>
          <p:cNvSpPr>
            <a:spLocks noGrp="1"/>
          </p:cNvSpPr>
          <p:nvPr>
            <p:ph type="sldNum" sz="quarter" idx="5"/>
          </p:nvPr>
        </p:nvSpPr>
        <p:spPr/>
        <p:txBody>
          <a:bodyPr/>
          <a:lstStyle/>
          <a:p>
            <a:fld id="{4FBA0CA4-DCD3-BC41-93FC-1B18DBEF5D82}" type="slidenum">
              <a:rPr lang="en-US" smtClean="0"/>
              <a:t>32</a:t>
            </a:fld>
            <a:endParaRPr lang="en-US"/>
          </a:p>
        </p:txBody>
      </p:sp>
    </p:spTree>
    <p:extLst>
      <p:ext uri="{BB962C8B-B14F-4D97-AF65-F5344CB8AC3E}">
        <p14:creationId xmlns:p14="http://schemas.microsoft.com/office/powerpoint/2010/main" val="13954240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66F5D-A5EF-79A4-DD52-558D47F3D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B8C0A-F06C-CF04-22E5-FC34F4EAA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B1750-BADB-4B31-010A-995D5C36B1D8}"/>
              </a:ext>
            </a:extLst>
          </p:cNvPr>
          <p:cNvSpPr>
            <a:spLocks noGrp="1"/>
          </p:cNvSpPr>
          <p:nvPr>
            <p:ph type="body" idx="1"/>
          </p:nvPr>
        </p:nvSpPr>
        <p:spPr/>
        <p:txBody>
          <a:bodyPr/>
          <a:lstStyle/>
          <a:p>
            <a:r>
              <a:rPr lang="en-US" b="1"/>
              <a:t>Purpose</a:t>
            </a:r>
            <a:r>
              <a:rPr lang="en-US"/>
              <a:t>: Verifying AI‑assisted output against technical, organizational, and risk‑based standards before code is considered complete</a:t>
            </a:r>
          </a:p>
          <a:p>
            <a:endParaRPr lang="en-US"/>
          </a:p>
          <a:p>
            <a:r>
              <a:rPr lang="en-US"/>
              <a:t>“””</a:t>
            </a:r>
          </a:p>
          <a:p>
            <a:r>
              <a:rPr lang="en-US"/>
              <a:t>This is the point to review the code and test your output. We did all that work to attempt to make this phase as manageable as possible; now it’s time to see how it paid off.</a:t>
            </a:r>
          </a:p>
          <a:p>
            <a:r>
              <a:rPr lang="en-US"/>
              <a:t>“””</a:t>
            </a:r>
          </a:p>
        </p:txBody>
      </p:sp>
      <p:sp>
        <p:nvSpPr>
          <p:cNvPr id="4" name="Slide Number Placeholder 3">
            <a:extLst>
              <a:ext uri="{FF2B5EF4-FFF2-40B4-BE49-F238E27FC236}">
                <a16:creationId xmlns:a16="http://schemas.microsoft.com/office/drawing/2014/main" id="{58858A4D-80E1-FE94-A588-568748BBE6F6}"/>
              </a:ext>
            </a:extLst>
          </p:cNvPr>
          <p:cNvSpPr>
            <a:spLocks noGrp="1"/>
          </p:cNvSpPr>
          <p:nvPr>
            <p:ph type="sldNum" sz="quarter" idx="5"/>
          </p:nvPr>
        </p:nvSpPr>
        <p:spPr/>
        <p:txBody>
          <a:bodyPr/>
          <a:lstStyle/>
          <a:p>
            <a:fld id="{4FBA0CA4-DCD3-BC41-93FC-1B18DBEF5D82}" type="slidenum">
              <a:rPr lang="en-US" smtClean="0"/>
              <a:t>34</a:t>
            </a:fld>
            <a:endParaRPr lang="en-US"/>
          </a:p>
        </p:txBody>
      </p:sp>
    </p:spTree>
    <p:extLst>
      <p:ext uri="{BB962C8B-B14F-4D97-AF65-F5344CB8AC3E}">
        <p14:creationId xmlns:p14="http://schemas.microsoft.com/office/powerpoint/2010/main" val="21743592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8256C-D56B-1887-887A-5166D96385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44DF3-E339-1944-6CE7-7BD82D4B9A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E4739-E1F1-4AF2-5ED9-82F62325607A}"/>
              </a:ext>
            </a:extLst>
          </p:cNvPr>
          <p:cNvSpPr>
            <a:spLocks noGrp="1"/>
          </p:cNvSpPr>
          <p:nvPr>
            <p:ph type="body" idx="1"/>
          </p:nvPr>
        </p:nvSpPr>
        <p:spPr/>
        <p:txBody>
          <a:bodyPr/>
          <a:lstStyle/>
          <a:p>
            <a:pPr lvl="0"/>
            <a:r>
              <a:rPr lang="en-US" dirty="0"/>
              <a:t>structural—implementation method was not right</a:t>
            </a:r>
          </a:p>
          <a:p>
            <a:pPr lvl="0"/>
            <a:r>
              <a:rPr lang="en-US" dirty="0"/>
              <a:t>content—written but not working or not modularized or overengineered or no consistency</a:t>
            </a:r>
          </a:p>
          <a:p>
            <a:pPr lvl="0"/>
            <a:r>
              <a:rPr lang="en-US" dirty="0"/>
              <a:t>stylistic &amp; tightness—working, but maybe there were unused structs or functions. in need of cleaning up</a:t>
            </a:r>
          </a:p>
          <a:p>
            <a:pPr lvl="0"/>
            <a:endParaRPr lang="en-US" dirty="0"/>
          </a:p>
          <a:p>
            <a:r>
              <a:rPr lang="en-US" dirty="0"/>
              <a:t>tendencies of LLM code:</a:t>
            </a:r>
          </a:p>
          <a:p>
            <a:r>
              <a:rPr lang="en-US" dirty="0"/>
              <a:t>dead code</a:t>
            </a:r>
          </a:p>
          <a:p>
            <a:r>
              <a:rPr lang="en-US" dirty="0"/>
              <a:t>incomplete abstractions</a:t>
            </a:r>
          </a:p>
          <a:p>
            <a:r>
              <a:rPr lang="en-US" dirty="0"/>
              <a:t>using outdated versions of libraries (b/c of pretraining)</a:t>
            </a:r>
          </a:p>
          <a:p>
            <a:r>
              <a:rPr lang="en-US" dirty="0"/>
              <a:t>not catching edge cases</a:t>
            </a:r>
          </a:p>
          <a:p>
            <a:r>
              <a:rPr lang="en-US" dirty="0"/>
              <a:t>being "lazy" - choosing to produce less code instead of correct code</a:t>
            </a:r>
          </a:p>
          <a:p>
            <a:r>
              <a:rPr lang="en-US" dirty="0"/>
              <a:t>hardcoding</a:t>
            </a:r>
          </a:p>
          <a:p>
            <a:r>
              <a:rPr lang="en-US" dirty="0"/>
              <a:t>missing the forest for the trees - locally correct, globally wrong</a:t>
            </a:r>
          </a:p>
          <a:p>
            <a:r>
              <a:rPr lang="en-US" dirty="0"/>
              <a:t>attempting implementation before testing hypotheses</a:t>
            </a:r>
          </a:p>
          <a:p>
            <a:endParaRPr lang="en-US" dirty="0"/>
          </a:p>
          <a:p>
            <a:r>
              <a:rPr lang="en-US" dirty="0"/>
              <a:t>same kinds of issues you’d see in a junior developer</a:t>
            </a:r>
          </a:p>
        </p:txBody>
      </p:sp>
      <p:sp>
        <p:nvSpPr>
          <p:cNvPr id="4" name="Slide Number Placeholder 3">
            <a:extLst>
              <a:ext uri="{FF2B5EF4-FFF2-40B4-BE49-F238E27FC236}">
                <a16:creationId xmlns:a16="http://schemas.microsoft.com/office/drawing/2014/main" id="{B954A3B5-4BBA-FF82-EF33-DB5A26F38BD1}"/>
              </a:ext>
            </a:extLst>
          </p:cNvPr>
          <p:cNvSpPr>
            <a:spLocks noGrp="1"/>
          </p:cNvSpPr>
          <p:nvPr>
            <p:ph type="sldNum" sz="quarter" idx="5"/>
          </p:nvPr>
        </p:nvSpPr>
        <p:spPr/>
        <p:txBody>
          <a:bodyPr/>
          <a:lstStyle/>
          <a:p>
            <a:fld id="{4FBA0CA4-DCD3-BC41-93FC-1B18DBEF5D82}" type="slidenum">
              <a:rPr lang="en-US" smtClean="0"/>
              <a:t>35</a:t>
            </a:fld>
            <a:endParaRPr lang="en-US"/>
          </a:p>
        </p:txBody>
      </p:sp>
    </p:spTree>
    <p:extLst>
      <p:ext uri="{BB962C8B-B14F-4D97-AF65-F5344CB8AC3E}">
        <p14:creationId xmlns:p14="http://schemas.microsoft.com/office/powerpoint/2010/main" val="14688112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C35C7-5144-2052-87F9-8D50CE9DD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AC6CD-34B5-7DE5-003C-07A1D64BE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2A95D4-85B9-105B-0D25-BDEC475CD4E8}"/>
              </a:ext>
            </a:extLst>
          </p:cNvPr>
          <p:cNvSpPr>
            <a:spLocks noGrp="1"/>
          </p:cNvSpPr>
          <p:nvPr>
            <p:ph type="body" idx="1"/>
          </p:nvPr>
        </p:nvSpPr>
        <p:spPr/>
        <p:txBody>
          <a:bodyPr/>
          <a:lstStyle/>
          <a:p>
            <a:r>
              <a:rPr lang="en-US" dirty="0"/>
              <a:t>comprehension debt</a:t>
            </a:r>
          </a:p>
        </p:txBody>
      </p:sp>
      <p:sp>
        <p:nvSpPr>
          <p:cNvPr id="4" name="Slide Number Placeholder 3">
            <a:extLst>
              <a:ext uri="{FF2B5EF4-FFF2-40B4-BE49-F238E27FC236}">
                <a16:creationId xmlns:a16="http://schemas.microsoft.com/office/drawing/2014/main" id="{6F01E78E-55AC-4AE2-E483-521D8FF39049}"/>
              </a:ext>
            </a:extLst>
          </p:cNvPr>
          <p:cNvSpPr>
            <a:spLocks noGrp="1"/>
          </p:cNvSpPr>
          <p:nvPr>
            <p:ph type="sldNum" sz="quarter" idx="5"/>
          </p:nvPr>
        </p:nvSpPr>
        <p:spPr/>
        <p:txBody>
          <a:bodyPr/>
          <a:lstStyle/>
          <a:p>
            <a:fld id="{4FBA0CA4-DCD3-BC41-93FC-1B18DBEF5D82}" type="slidenum">
              <a:rPr lang="en-US" smtClean="0"/>
              <a:t>36</a:t>
            </a:fld>
            <a:endParaRPr lang="en-US"/>
          </a:p>
        </p:txBody>
      </p:sp>
    </p:spTree>
    <p:extLst>
      <p:ext uri="{BB962C8B-B14F-4D97-AF65-F5344CB8AC3E}">
        <p14:creationId xmlns:p14="http://schemas.microsoft.com/office/powerpoint/2010/main" val="25269320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Review Ouroboros</a:t>
            </a:r>
          </a:p>
          <a:p>
            <a:r>
              <a:rPr lang="en-US" dirty="0"/>
              <a:t>Assessing risk in AI-generated and AI-reviewed code: Blast radius and Use case sensitivity</a:t>
            </a:r>
          </a:p>
          <a:p>
            <a:endParaRPr lang="en-US" dirty="0"/>
          </a:p>
          <a:p>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AI writes the code and AI reviews the code, you risk creating a closed loop where the same assumptions, blind spots, and mistakes reinforce each other. Having the same AI complete your entire loop can result in code that appears correct, passes automated review, and still contains architectural flaws, missing requirements, or subtle risks.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importance of these risks will be based on your use case. Some applications tolerate occasional mistakes. Others require a much higher standard of correctness. The more sensitive the use case, the less we should rely solely on AI generation and AI review.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It’s not a matter of if the AI makes mistakes; it’s a matter of when, where, and how. Your job is to ensure those mistakes get caught</a:t>
            </a:r>
          </a:p>
          <a:p>
            <a:endParaRPr lang="en-US" dirty="0"/>
          </a:p>
          <a:p>
            <a:r>
              <a:rPr lang="en-US" dirty="0"/>
              <a:t>“””</a:t>
            </a:r>
          </a:p>
        </p:txBody>
      </p:sp>
      <p:sp>
        <p:nvSpPr>
          <p:cNvPr id="4" name="Slide Number Placeholder 3"/>
          <p:cNvSpPr>
            <a:spLocks noGrp="1"/>
          </p:cNvSpPr>
          <p:nvPr>
            <p:ph type="sldNum" sz="quarter" idx="5"/>
          </p:nvPr>
        </p:nvSpPr>
        <p:spPr/>
        <p:txBody>
          <a:bodyPr/>
          <a:lstStyle/>
          <a:p>
            <a:fld id="{4FBA0CA4-DCD3-BC41-93FC-1B18DBEF5D82}" type="slidenum">
              <a:rPr lang="en-US" smtClean="0"/>
              <a:t>37</a:t>
            </a:fld>
            <a:endParaRPr lang="en-US"/>
          </a:p>
        </p:txBody>
      </p:sp>
    </p:spTree>
    <p:extLst>
      <p:ext uri="{BB962C8B-B14F-4D97-AF65-F5344CB8AC3E}">
        <p14:creationId xmlns:p14="http://schemas.microsoft.com/office/powerpoint/2010/main" val="36208369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BA0CA4-DCD3-BC41-93FC-1B18DBEF5D82}" type="slidenum">
              <a:rPr lang="en-US" smtClean="0"/>
              <a:t>38</a:t>
            </a:fld>
            <a:endParaRPr lang="en-US"/>
          </a:p>
        </p:txBody>
      </p:sp>
    </p:spTree>
    <p:extLst>
      <p:ext uri="{BB962C8B-B14F-4D97-AF65-F5344CB8AC3E}">
        <p14:creationId xmlns:p14="http://schemas.microsoft.com/office/powerpoint/2010/main" val="33982329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1428B-40AF-7E93-C28A-2DE3859DD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541EF-3409-9E0F-4D8D-F2A7F1469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1DB4A-42D0-8516-1A62-F413492D0F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56151D-E8E1-5E0A-00B5-EB4DC0E0D53C}"/>
              </a:ext>
            </a:extLst>
          </p:cNvPr>
          <p:cNvSpPr>
            <a:spLocks noGrp="1"/>
          </p:cNvSpPr>
          <p:nvPr>
            <p:ph type="sldNum" sz="quarter" idx="5"/>
          </p:nvPr>
        </p:nvSpPr>
        <p:spPr/>
        <p:txBody>
          <a:bodyPr/>
          <a:lstStyle/>
          <a:p>
            <a:fld id="{4FBA0CA4-DCD3-BC41-93FC-1B18DBEF5D82}" type="slidenum">
              <a:rPr lang="en-US" smtClean="0"/>
              <a:t>39</a:t>
            </a:fld>
            <a:endParaRPr lang="en-US"/>
          </a:p>
        </p:txBody>
      </p:sp>
    </p:spTree>
    <p:extLst>
      <p:ext uri="{BB962C8B-B14F-4D97-AF65-F5344CB8AC3E}">
        <p14:creationId xmlns:p14="http://schemas.microsoft.com/office/powerpoint/2010/main" val="40652863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0249C-95DB-46C3-E184-DC11C68D0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4E1A0-7B3C-6AB1-A31B-89AE28D8BC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B8DC2E-D2F9-0E9A-EEC1-DAD3DF935BEA}"/>
              </a:ext>
            </a:extLst>
          </p:cNvPr>
          <p:cNvSpPr>
            <a:spLocks noGrp="1"/>
          </p:cNvSpPr>
          <p:nvPr>
            <p:ph type="body" idx="1"/>
          </p:nvPr>
        </p:nvSpPr>
        <p:spPr/>
        <p:txBody>
          <a:bodyPr/>
          <a:lstStyle/>
          <a:p>
            <a:pPr lvl="0"/>
            <a:endParaRPr lang="en-US" dirty="0"/>
          </a:p>
        </p:txBody>
      </p:sp>
      <p:sp>
        <p:nvSpPr>
          <p:cNvPr id="4" name="Slide Number Placeholder 3">
            <a:extLst>
              <a:ext uri="{FF2B5EF4-FFF2-40B4-BE49-F238E27FC236}">
                <a16:creationId xmlns:a16="http://schemas.microsoft.com/office/drawing/2014/main" id="{8A73878A-F31D-8083-AD4B-97728F32244F}"/>
              </a:ext>
            </a:extLst>
          </p:cNvPr>
          <p:cNvSpPr>
            <a:spLocks noGrp="1"/>
          </p:cNvSpPr>
          <p:nvPr>
            <p:ph type="sldNum" sz="quarter" idx="5"/>
          </p:nvPr>
        </p:nvSpPr>
        <p:spPr/>
        <p:txBody>
          <a:bodyPr/>
          <a:lstStyle/>
          <a:p>
            <a:fld id="{4FBA0CA4-DCD3-BC41-93FC-1B18DBEF5D82}" type="slidenum">
              <a:rPr lang="en-US" smtClean="0"/>
              <a:t>40</a:t>
            </a:fld>
            <a:endParaRPr lang="en-US"/>
          </a:p>
        </p:txBody>
      </p:sp>
    </p:spTree>
    <p:extLst>
      <p:ext uri="{BB962C8B-B14F-4D97-AF65-F5344CB8AC3E}">
        <p14:creationId xmlns:p14="http://schemas.microsoft.com/office/powerpoint/2010/main" val="13819762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A36B-B0FD-29A1-FF65-53E8AAAEEC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6E1A2-3443-D500-875B-971C4A5C8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9137B-77DF-6D8D-BDBC-0EEFD77B79F4}"/>
              </a:ext>
            </a:extLst>
          </p:cNvPr>
          <p:cNvSpPr>
            <a:spLocks noGrp="1"/>
          </p:cNvSpPr>
          <p:nvPr>
            <p:ph type="body" idx="1"/>
          </p:nvPr>
        </p:nvSpPr>
        <p:spPr/>
        <p:txBody>
          <a:bodyPr/>
          <a:lstStyle/>
          <a:p>
            <a:r>
              <a:rPr lang="en-US" dirty="0"/>
              <a:t>The techniques in this workshop will, as you may have noticed from the roadmap, generally follow the basic steps of Spec Driven Development, which are essentially a condensed version of the Software Development Lifecycle. We’re going to talk about taking the basic principles of SDD and building out your workflow centered around these three basic steps.</a:t>
            </a:r>
          </a:p>
        </p:txBody>
      </p:sp>
      <p:sp>
        <p:nvSpPr>
          <p:cNvPr id="4" name="Slide Number Placeholder 3">
            <a:extLst>
              <a:ext uri="{FF2B5EF4-FFF2-40B4-BE49-F238E27FC236}">
                <a16:creationId xmlns:a16="http://schemas.microsoft.com/office/drawing/2014/main" id="{59CD168E-DA1D-DFE8-AE01-03AA1685C5EC}"/>
              </a:ext>
            </a:extLst>
          </p:cNvPr>
          <p:cNvSpPr>
            <a:spLocks noGrp="1"/>
          </p:cNvSpPr>
          <p:nvPr>
            <p:ph type="sldNum" sz="quarter" idx="5"/>
          </p:nvPr>
        </p:nvSpPr>
        <p:spPr/>
        <p:txBody>
          <a:bodyPr/>
          <a:lstStyle/>
          <a:p>
            <a:fld id="{4FBA0CA4-DCD3-BC41-93FC-1B18DBEF5D82}" type="slidenum">
              <a:rPr lang="en-US" smtClean="0"/>
              <a:t>41</a:t>
            </a:fld>
            <a:endParaRPr lang="en-US"/>
          </a:p>
        </p:txBody>
      </p:sp>
    </p:spTree>
    <p:extLst>
      <p:ext uri="{BB962C8B-B14F-4D97-AF65-F5344CB8AC3E}">
        <p14:creationId xmlns:p14="http://schemas.microsoft.com/office/powerpoint/2010/main" val="10503816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CF64E-EEC3-2088-3305-29B3D94654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01490-FA65-DC2A-1B32-05DF6C443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83AE1-FC63-9801-7A28-3CA05ED7C5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7D0B3F-E1D6-0BC3-DAEE-4B582854BEE7}"/>
              </a:ext>
            </a:extLst>
          </p:cNvPr>
          <p:cNvSpPr>
            <a:spLocks noGrp="1"/>
          </p:cNvSpPr>
          <p:nvPr>
            <p:ph type="sldNum" sz="quarter" idx="5"/>
          </p:nvPr>
        </p:nvSpPr>
        <p:spPr/>
        <p:txBody>
          <a:bodyPr/>
          <a:lstStyle/>
          <a:p>
            <a:fld id="{4FBA0CA4-DCD3-BC41-93FC-1B18DBEF5D82}" type="slidenum">
              <a:rPr lang="en-US" smtClean="0"/>
              <a:t>42</a:t>
            </a:fld>
            <a:endParaRPr lang="en-US"/>
          </a:p>
        </p:txBody>
      </p:sp>
    </p:spTree>
    <p:extLst>
      <p:ext uri="{BB962C8B-B14F-4D97-AF65-F5344CB8AC3E}">
        <p14:creationId xmlns:p14="http://schemas.microsoft.com/office/powerpoint/2010/main" val="16425947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7AC94-4F19-0899-D0D8-1F30E8491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C49F3-7DAE-8306-5816-05C01F8A2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110A78-E812-37DC-9F4D-B47A54BE81C3}"/>
              </a:ext>
            </a:extLst>
          </p:cNvPr>
          <p:cNvSpPr>
            <a:spLocks noGrp="1"/>
          </p:cNvSpPr>
          <p:nvPr>
            <p:ph type="body" idx="1"/>
          </p:nvPr>
        </p:nvSpPr>
        <p:spPr/>
        <p:txBody>
          <a:bodyPr/>
          <a:lstStyle/>
          <a:p>
            <a:r>
              <a:rPr lang="en-US" dirty="0"/>
              <a:t>major cost savings of the caveman skill are compressing and simplifying the language of your context, so it’s relevant even if you’re not reading every prompt</a:t>
            </a:r>
          </a:p>
          <a:p>
            <a:r>
              <a:rPr lang="en-US" dirty="0"/>
              <a:t>significantly reduces input tokens</a:t>
            </a:r>
          </a:p>
          <a:p>
            <a:r>
              <a:rPr lang="en-US" dirty="0"/>
              <a:t>popular number is 75% token savings, real benchmarked data from the repo says 65% on average, but it’s only output tokens</a:t>
            </a:r>
          </a:p>
          <a:p>
            <a:r>
              <a:rPr lang="en-US" dirty="0"/>
              <a:t>Overall sessions savings is estimated around 4%-15%, which is not crazy</a:t>
            </a:r>
          </a:p>
          <a:p>
            <a:r>
              <a:rPr lang="en-US" dirty="0"/>
              <a:t>can also extend time until you hit context limits</a:t>
            </a:r>
          </a:p>
          <a:p>
            <a:endParaRPr lang="en-US" dirty="0"/>
          </a:p>
          <a:p>
            <a:r>
              <a:rPr lang="en-US" dirty="0"/>
              <a:t>use local model to do codebase exploration</a:t>
            </a:r>
          </a:p>
          <a:p>
            <a:endParaRPr lang="en-US" dirty="0"/>
          </a:p>
          <a:p>
            <a:r>
              <a:rPr lang="en-US" dirty="0"/>
              <a:t>model routing (hey, Bob!)</a:t>
            </a:r>
          </a:p>
        </p:txBody>
      </p:sp>
      <p:sp>
        <p:nvSpPr>
          <p:cNvPr id="4" name="Slide Number Placeholder 3">
            <a:extLst>
              <a:ext uri="{FF2B5EF4-FFF2-40B4-BE49-F238E27FC236}">
                <a16:creationId xmlns:a16="http://schemas.microsoft.com/office/drawing/2014/main" id="{900BEADD-9EA7-08DD-2654-645F06EFF774}"/>
              </a:ext>
            </a:extLst>
          </p:cNvPr>
          <p:cNvSpPr>
            <a:spLocks noGrp="1"/>
          </p:cNvSpPr>
          <p:nvPr>
            <p:ph type="sldNum" sz="quarter" idx="5"/>
          </p:nvPr>
        </p:nvSpPr>
        <p:spPr/>
        <p:txBody>
          <a:bodyPr/>
          <a:lstStyle/>
          <a:p>
            <a:fld id="{4FBA0CA4-DCD3-BC41-93FC-1B18DBEF5D82}" type="slidenum">
              <a:rPr lang="en-US" smtClean="0"/>
              <a:t>43</a:t>
            </a:fld>
            <a:endParaRPr lang="en-US"/>
          </a:p>
        </p:txBody>
      </p:sp>
    </p:spTree>
    <p:extLst>
      <p:ext uri="{BB962C8B-B14F-4D97-AF65-F5344CB8AC3E}">
        <p14:creationId xmlns:p14="http://schemas.microsoft.com/office/powerpoint/2010/main" val="6150131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904A4-98E2-B0BA-B7A2-2C1D51C669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8B85C-28F0-F93A-E0C8-FA9C27E8D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707BCC-79F8-33B4-BF33-C1BC2935B1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1AE3B7-6512-DC7C-8005-BD621E56BAAA}"/>
              </a:ext>
            </a:extLst>
          </p:cNvPr>
          <p:cNvSpPr>
            <a:spLocks noGrp="1"/>
          </p:cNvSpPr>
          <p:nvPr>
            <p:ph type="sldNum" sz="quarter" idx="5"/>
          </p:nvPr>
        </p:nvSpPr>
        <p:spPr/>
        <p:txBody>
          <a:bodyPr/>
          <a:lstStyle/>
          <a:p>
            <a:fld id="{4FBA0CA4-DCD3-BC41-93FC-1B18DBEF5D82}" type="slidenum">
              <a:rPr lang="en-US" smtClean="0"/>
              <a:t>44</a:t>
            </a:fld>
            <a:endParaRPr lang="en-US"/>
          </a:p>
        </p:txBody>
      </p:sp>
    </p:spTree>
    <p:extLst>
      <p:ext uri="{BB962C8B-B14F-4D97-AF65-F5344CB8AC3E}">
        <p14:creationId xmlns:p14="http://schemas.microsoft.com/office/powerpoint/2010/main" val="25466732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CC1E0-E36C-608B-EDD2-7BDB34C78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6D5B5-A43A-EEC9-1914-7487E58B0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FF0411-513E-6E6F-47B4-0CC809F2429A}"/>
              </a:ext>
            </a:extLst>
          </p:cNvPr>
          <p:cNvSpPr>
            <a:spLocks noGrp="1"/>
          </p:cNvSpPr>
          <p:nvPr>
            <p:ph type="body" idx="1"/>
          </p:nvPr>
        </p:nvSpPr>
        <p:spPr/>
        <p:txBody>
          <a:bodyPr/>
          <a:lstStyle/>
          <a:p>
            <a:r>
              <a:rPr lang="en-US" dirty="0"/>
              <a:t>context </a:t>
            </a:r>
            <a:r>
              <a:rPr lang="en-US" dirty="0" err="1"/>
              <a:t>eng</a:t>
            </a:r>
            <a:endParaRPr lang="en-US" dirty="0"/>
          </a:p>
        </p:txBody>
      </p:sp>
      <p:sp>
        <p:nvSpPr>
          <p:cNvPr id="4" name="Slide Number Placeholder 3">
            <a:extLst>
              <a:ext uri="{FF2B5EF4-FFF2-40B4-BE49-F238E27FC236}">
                <a16:creationId xmlns:a16="http://schemas.microsoft.com/office/drawing/2014/main" id="{C2D8246B-E7A8-3831-83FE-97BAAFA62C61}"/>
              </a:ext>
            </a:extLst>
          </p:cNvPr>
          <p:cNvSpPr>
            <a:spLocks noGrp="1"/>
          </p:cNvSpPr>
          <p:nvPr>
            <p:ph type="sldNum" sz="quarter" idx="5"/>
          </p:nvPr>
        </p:nvSpPr>
        <p:spPr/>
        <p:txBody>
          <a:bodyPr/>
          <a:lstStyle/>
          <a:p>
            <a:fld id="{4FBA0CA4-DCD3-BC41-93FC-1B18DBEF5D82}" type="slidenum">
              <a:rPr lang="en-US" smtClean="0"/>
              <a:t>45</a:t>
            </a:fld>
            <a:endParaRPr lang="en-US"/>
          </a:p>
        </p:txBody>
      </p:sp>
    </p:spTree>
    <p:extLst>
      <p:ext uri="{BB962C8B-B14F-4D97-AF65-F5344CB8AC3E}">
        <p14:creationId xmlns:p14="http://schemas.microsoft.com/office/powerpoint/2010/main" val="35828901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249D8-3AF0-AB54-6256-0B7017FC9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C2EDD-BDB9-5D66-344F-2B41EAEB9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8BF842-E612-C126-C481-C0E2653A6E75}"/>
              </a:ext>
            </a:extLst>
          </p:cNvPr>
          <p:cNvSpPr>
            <a:spLocks noGrp="1"/>
          </p:cNvSpPr>
          <p:nvPr>
            <p:ph type="body" idx="1"/>
          </p:nvPr>
        </p:nvSpPr>
        <p:spPr/>
        <p:txBody>
          <a:bodyPr/>
          <a:lstStyle/>
          <a:p>
            <a:r>
              <a:rPr lang="en-US" dirty="0">
                <a:highlight>
                  <a:srgbClr val="00FFFF"/>
                </a:highlight>
              </a:rPr>
              <a:t>data that agentic </a:t>
            </a:r>
            <a:r>
              <a:rPr lang="en-US" dirty="0" err="1">
                <a:highlight>
                  <a:srgbClr val="00FFFF"/>
                </a:highlight>
              </a:rPr>
              <a:t>eng</a:t>
            </a:r>
            <a:r>
              <a:rPr lang="en-US" dirty="0">
                <a:highlight>
                  <a:srgbClr val="00FFFF"/>
                </a:highlight>
              </a:rPr>
              <a:t> works? how you can measure in your own enterprise; case studies</a:t>
            </a:r>
          </a:p>
          <a:p>
            <a:endParaRPr lang="en-US" dirty="0">
              <a:highlight>
                <a:srgbClr val="00FFFF"/>
              </a:highlight>
            </a:endParaRPr>
          </a:p>
          <a:p>
            <a:r>
              <a:rPr lang="en-US" dirty="0">
                <a:highlight>
                  <a:srgbClr val="00FFFF"/>
                </a:highlight>
              </a:rPr>
              <a:t>students gear towards what you might be measured against</a:t>
            </a:r>
          </a:p>
          <a:p>
            <a:endParaRPr lang="en-US" dirty="0"/>
          </a:p>
        </p:txBody>
      </p:sp>
      <p:sp>
        <p:nvSpPr>
          <p:cNvPr id="4" name="Slide Number Placeholder 3">
            <a:extLst>
              <a:ext uri="{FF2B5EF4-FFF2-40B4-BE49-F238E27FC236}">
                <a16:creationId xmlns:a16="http://schemas.microsoft.com/office/drawing/2014/main" id="{88774C75-CDB0-8BFB-D651-D0820C98DCB5}"/>
              </a:ext>
            </a:extLst>
          </p:cNvPr>
          <p:cNvSpPr>
            <a:spLocks noGrp="1"/>
          </p:cNvSpPr>
          <p:nvPr>
            <p:ph type="sldNum" sz="quarter" idx="5"/>
          </p:nvPr>
        </p:nvSpPr>
        <p:spPr/>
        <p:txBody>
          <a:bodyPr/>
          <a:lstStyle/>
          <a:p>
            <a:fld id="{4FBA0CA4-DCD3-BC41-93FC-1B18DBEF5D82}" type="slidenum">
              <a:rPr lang="en-US" smtClean="0"/>
              <a:t>46</a:t>
            </a:fld>
            <a:endParaRPr lang="en-US"/>
          </a:p>
        </p:txBody>
      </p:sp>
    </p:spTree>
    <p:extLst>
      <p:ext uri="{BB962C8B-B14F-4D97-AF65-F5344CB8AC3E}">
        <p14:creationId xmlns:p14="http://schemas.microsoft.com/office/powerpoint/2010/main" val="27856002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dora.dev</a:t>
            </a:r>
            <a:r>
              <a:rPr lang="en-US" dirty="0"/>
              <a:t>/guides/</a:t>
            </a:r>
            <a:r>
              <a:rPr lang="en-US" dirty="0" err="1"/>
              <a:t>dora</a:t>
            </a:r>
            <a:r>
              <a:rPr lang="en-US" dirty="0"/>
              <a:t>-metrics/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Just talked about it briefly on the benchmarking portion of cost savings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Difference is optimizing for quality rather than cost</a:t>
            </a:r>
          </a:p>
        </p:txBody>
      </p:sp>
      <p:sp>
        <p:nvSpPr>
          <p:cNvPr id="4" name="Slide Number Placeholder 3"/>
          <p:cNvSpPr>
            <a:spLocks noGrp="1"/>
          </p:cNvSpPr>
          <p:nvPr>
            <p:ph type="sldNum" sz="quarter" idx="5"/>
          </p:nvPr>
        </p:nvSpPr>
        <p:spPr/>
        <p:txBody>
          <a:bodyPr/>
          <a:lstStyle/>
          <a:p>
            <a:fld id="{4FBA0CA4-DCD3-BC41-93FC-1B18DBEF5D82}" type="slidenum">
              <a:rPr lang="en-US" smtClean="0"/>
              <a:t>47</a:t>
            </a:fld>
            <a:endParaRPr lang="en-US"/>
          </a:p>
        </p:txBody>
      </p:sp>
    </p:spTree>
    <p:extLst>
      <p:ext uri="{BB962C8B-B14F-4D97-AF65-F5344CB8AC3E}">
        <p14:creationId xmlns:p14="http://schemas.microsoft.com/office/powerpoint/2010/main" val="6159097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FEC7B-085D-0670-2E1C-7C6425FE1B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31FDA-6F47-5885-81DC-C4DAC9D2F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F809F-09EF-F3DD-00EC-38A675BC749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dora.dev</a:t>
            </a:r>
            <a:r>
              <a:rPr lang="en-US" dirty="0"/>
              <a:t>/guides/</a:t>
            </a:r>
            <a:r>
              <a:rPr lang="en-US" dirty="0" err="1"/>
              <a:t>dora</a:t>
            </a:r>
            <a:r>
              <a:rPr lang="en-US" dirty="0"/>
              <a:t>-metrics/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Just talked about it briefly on the benchmarking portion of cost savings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Difference is optimizing for quality rather than cost</a:t>
            </a:r>
          </a:p>
        </p:txBody>
      </p:sp>
      <p:sp>
        <p:nvSpPr>
          <p:cNvPr id="4" name="Slide Number Placeholder 3">
            <a:extLst>
              <a:ext uri="{FF2B5EF4-FFF2-40B4-BE49-F238E27FC236}">
                <a16:creationId xmlns:a16="http://schemas.microsoft.com/office/drawing/2014/main" id="{CCBA2CEB-BEF9-1635-DF8C-EC42222D40D1}"/>
              </a:ext>
            </a:extLst>
          </p:cNvPr>
          <p:cNvSpPr>
            <a:spLocks noGrp="1"/>
          </p:cNvSpPr>
          <p:nvPr>
            <p:ph type="sldNum" sz="quarter" idx="5"/>
          </p:nvPr>
        </p:nvSpPr>
        <p:spPr/>
        <p:txBody>
          <a:bodyPr/>
          <a:lstStyle/>
          <a:p>
            <a:fld id="{4FBA0CA4-DCD3-BC41-93FC-1B18DBEF5D82}" type="slidenum">
              <a:rPr lang="en-US" smtClean="0"/>
              <a:t>48</a:t>
            </a:fld>
            <a:endParaRPr lang="en-US"/>
          </a:p>
        </p:txBody>
      </p:sp>
    </p:spTree>
    <p:extLst>
      <p:ext uri="{BB962C8B-B14F-4D97-AF65-F5344CB8AC3E}">
        <p14:creationId xmlns:p14="http://schemas.microsoft.com/office/powerpoint/2010/main" val="34596250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AF92F-3B71-A2BB-4C66-B9DD36D18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19214-7E75-199F-1F4E-7FF80A014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EC738-C24A-3587-174E-B1A3BA037D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dora.dev</a:t>
            </a:r>
            <a:r>
              <a:rPr lang="en-US" dirty="0"/>
              <a:t>/guides/</a:t>
            </a:r>
            <a:r>
              <a:rPr lang="en-US" dirty="0" err="1"/>
              <a:t>dora</a:t>
            </a:r>
            <a:r>
              <a:rPr lang="en-US" dirty="0"/>
              <a:t>-metrics/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Just talked about it briefly on the benchmarking portion of cost savings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Difference is optimizing for quality rather than cost</a:t>
            </a:r>
          </a:p>
        </p:txBody>
      </p:sp>
      <p:sp>
        <p:nvSpPr>
          <p:cNvPr id="4" name="Slide Number Placeholder 3">
            <a:extLst>
              <a:ext uri="{FF2B5EF4-FFF2-40B4-BE49-F238E27FC236}">
                <a16:creationId xmlns:a16="http://schemas.microsoft.com/office/drawing/2014/main" id="{11E906F6-2930-36F9-3177-00E378B3F374}"/>
              </a:ext>
            </a:extLst>
          </p:cNvPr>
          <p:cNvSpPr>
            <a:spLocks noGrp="1"/>
          </p:cNvSpPr>
          <p:nvPr>
            <p:ph type="sldNum" sz="quarter" idx="5"/>
          </p:nvPr>
        </p:nvSpPr>
        <p:spPr/>
        <p:txBody>
          <a:bodyPr/>
          <a:lstStyle/>
          <a:p>
            <a:fld id="{4FBA0CA4-DCD3-BC41-93FC-1B18DBEF5D82}" type="slidenum">
              <a:rPr lang="en-US" smtClean="0"/>
              <a:t>49</a:t>
            </a:fld>
            <a:endParaRPr lang="en-US"/>
          </a:p>
        </p:txBody>
      </p:sp>
    </p:spTree>
    <p:extLst>
      <p:ext uri="{BB962C8B-B14F-4D97-AF65-F5344CB8AC3E}">
        <p14:creationId xmlns:p14="http://schemas.microsoft.com/office/powerpoint/2010/main" val="32334639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5301-7E0F-15B6-9FF9-711260030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5F876-FE03-43DB-AC44-4951B04D6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F3269E-88AC-FD69-77B4-F6D3E558EC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dora.dev</a:t>
            </a:r>
            <a:r>
              <a:rPr lang="en-US" dirty="0"/>
              <a:t>/guides/</a:t>
            </a:r>
            <a:r>
              <a:rPr lang="en-US" dirty="0" err="1"/>
              <a:t>dora</a:t>
            </a:r>
            <a:r>
              <a:rPr lang="en-US" dirty="0"/>
              <a:t>-metrics/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Just talked about it briefly on the benchmarking portion of cost savings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Difference is optimizing for quality rather than cost</a:t>
            </a:r>
          </a:p>
        </p:txBody>
      </p:sp>
      <p:sp>
        <p:nvSpPr>
          <p:cNvPr id="4" name="Slide Number Placeholder 3">
            <a:extLst>
              <a:ext uri="{FF2B5EF4-FFF2-40B4-BE49-F238E27FC236}">
                <a16:creationId xmlns:a16="http://schemas.microsoft.com/office/drawing/2014/main" id="{74F57CFE-7C25-0BBB-DC42-7D599E3C0837}"/>
              </a:ext>
            </a:extLst>
          </p:cNvPr>
          <p:cNvSpPr>
            <a:spLocks noGrp="1"/>
          </p:cNvSpPr>
          <p:nvPr>
            <p:ph type="sldNum" sz="quarter" idx="5"/>
          </p:nvPr>
        </p:nvSpPr>
        <p:spPr/>
        <p:txBody>
          <a:bodyPr/>
          <a:lstStyle/>
          <a:p>
            <a:fld id="{4FBA0CA4-DCD3-BC41-93FC-1B18DBEF5D82}" type="slidenum">
              <a:rPr lang="en-US" smtClean="0"/>
              <a:t>50</a:t>
            </a:fld>
            <a:endParaRPr lang="en-US"/>
          </a:p>
        </p:txBody>
      </p:sp>
    </p:spTree>
    <p:extLst>
      <p:ext uri="{BB962C8B-B14F-4D97-AF65-F5344CB8AC3E}">
        <p14:creationId xmlns:p14="http://schemas.microsoft.com/office/powerpoint/2010/main" val="7064833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force your workflow to fit a metric, build one that already works on principle</a:t>
            </a:r>
          </a:p>
          <a:p>
            <a:r>
              <a:rPr lang="en-US" dirty="0"/>
              <a:t>avoid gaming the system, so to speak, because you only do a disservice to yourself</a:t>
            </a:r>
          </a:p>
        </p:txBody>
      </p:sp>
      <p:sp>
        <p:nvSpPr>
          <p:cNvPr id="4" name="Slide Number Placeholder 3"/>
          <p:cNvSpPr>
            <a:spLocks noGrp="1"/>
          </p:cNvSpPr>
          <p:nvPr>
            <p:ph type="sldNum" sz="quarter" idx="5"/>
          </p:nvPr>
        </p:nvSpPr>
        <p:spPr/>
        <p:txBody>
          <a:bodyPr/>
          <a:lstStyle/>
          <a:p>
            <a:fld id="{4FBA0CA4-DCD3-BC41-93FC-1B18DBEF5D82}" type="slidenum">
              <a:rPr lang="en-US" smtClean="0"/>
              <a:t>51</a:t>
            </a:fld>
            <a:endParaRPr lang="en-US"/>
          </a:p>
        </p:txBody>
      </p:sp>
    </p:spTree>
    <p:extLst>
      <p:ext uri="{BB962C8B-B14F-4D97-AF65-F5344CB8AC3E}">
        <p14:creationId xmlns:p14="http://schemas.microsoft.com/office/powerpoint/2010/main" val="34501332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97588"/>
          </a:xfrm>
          <a:solidFill>
            <a:srgbClr val="E0E0E0"/>
          </a:solidFill>
        </p:spPr>
        <p:txBody>
          <a:bodyPr anchor="ctr"/>
          <a:lstStyle>
            <a:lvl1pPr algn="ctr">
              <a:defRPr>
                <a:solidFill>
                  <a:schemeClr val="accent5"/>
                </a:solidFill>
              </a:defRPr>
            </a:lvl1pPr>
          </a:lstStyle>
          <a:p>
            <a:r>
              <a:rPr lang="en-US"/>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1414543341"/>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97588"/>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1822706354"/>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2906769640"/>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63" y="6239574"/>
            <a:ext cx="5518504"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505588026"/>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5750"/>
            <a:ext cx="5520847" cy="6289332"/>
          </a:xfr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308462664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63"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63" y="756000"/>
            <a:ext cx="5049180" cy="4573588"/>
          </a:xfrm>
        </p:spPr>
        <p:txBody>
          <a:bodyPr/>
          <a:lstStyle>
            <a:lvl1pPr>
              <a:lnSpc>
                <a:spcPct val="100000"/>
              </a:lnSpc>
              <a:defRPr sz="4199">
                <a:solidFill>
                  <a:schemeClr val="tx2"/>
                </a:solidFill>
              </a:defRPr>
            </a:lvl1pPr>
          </a:lstStyle>
          <a:p>
            <a:r>
              <a:rPr lang="en-US"/>
              <a:t>Click to edit Master title style</a:t>
            </a:r>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6380919" y="284957"/>
            <a:ext cx="5520847" cy="6290125"/>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451720992"/>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2470717" cy="2105025"/>
          </a:xfrm>
        </p:spPr>
        <p:txBody>
          <a:bodyPr/>
          <a:lstStyle>
            <a:lvl1pPr>
              <a:lnSpc>
                <a:spcPct val="100000"/>
              </a:lnSpc>
              <a:defRPr sz="33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2506" y="287338"/>
            <a:ext cx="2476178" cy="5808659"/>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7337"/>
            <a:ext cx="2470622" cy="5810250"/>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7963" y="6408000"/>
            <a:ext cx="2477765" cy="1905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5608631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5517527" cy="1331913"/>
          </a:xfrm>
        </p:spPr>
        <p:txBody>
          <a:bodyPr rIns="457200"/>
          <a:lstStyle>
            <a:lvl1pPr>
              <a:lnSpc>
                <a:spcPct val="100000"/>
              </a:lnSpc>
              <a:defRPr sz="3399">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0672319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963" y="154800"/>
            <a:ext cx="8569797" cy="4416425"/>
          </a:xfrm>
        </p:spPr>
        <p:txBody>
          <a:bodyPr/>
          <a:lstStyle>
            <a:lvl1pPr>
              <a:defRPr sz="8398" b="0" i="0">
                <a:solidFill>
                  <a:schemeClr val="tx2"/>
                </a:solidFill>
                <a:latin typeface="IBM Plex Sans ExtLt" panose="020B0303050203000203" pitchFamily="34" charset="0"/>
              </a:defRPr>
            </a:lvl1pPr>
          </a:lstStyle>
          <a:p>
            <a:r>
              <a:rPr lang="en-US"/>
              <a:t>Click to edit Master title style</a:t>
            </a:r>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01161464"/>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4953942" cy="2104835"/>
          </a:xfrm>
        </p:spPr>
        <p:txBody>
          <a:bodyPr/>
          <a:lstStyle>
            <a:lvl1pPr>
              <a:lnSpc>
                <a:spcPct val="100000"/>
              </a:lnSpc>
              <a:defRPr sz="3399">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9168" y="192024"/>
            <a:ext cx="5520318" cy="4389247"/>
          </a:xfrm>
        </p:spPr>
        <p:txBody>
          <a:bodyPr/>
          <a:lstStyle>
            <a:lvl1pPr>
              <a:lnSpc>
                <a:spcPct val="100000"/>
              </a:lnSpc>
              <a:spcBef>
                <a:spcPts val="0"/>
              </a:spcBef>
              <a:defRPr sz="3399">
                <a:solidFill>
                  <a:schemeClr val="tx2"/>
                </a:solidFill>
              </a:defRPr>
            </a:lvl1pPr>
            <a:lvl2pPr marL="292549" indent="-292549">
              <a:lnSpc>
                <a:spcPct val="100000"/>
              </a:lnSpc>
              <a:spcBef>
                <a:spcPts val="0"/>
              </a:spcBef>
              <a:defRPr sz="3399">
                <a:solidFill>
                  <a:schemeClr val="tx2"/>
                </a:solidFill>
              </a:defRPr>
            </a:lvl2pPr>
            <a:lvl3pPr marL="548530" indent="-292549">
              <a:lnSpc>
                <a:spcPct val="100000"/>
              </a:lnSpc>
              <a:spcBef>
                <a:spcPts val="0"/>
              </a:spcBef>
              <a:defRPr sz="3399">
                <a:solidFill>
                  <a:schemeClr val="tx2"/>
                </a:solidFill>
              </a:defRPr>
            </a:lvl3pPr>
            <a:lvl4pPr marL="877648">
              <a:lnSpc>
                <a:spcPct val="100000"/>
              </a:lnSpc>
              <a:spcBef>
                <a:spcPts val="0"/>
              </a:spcBef>
              <a:defRPr sz="33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3659896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287963" y="6408000"/>
            <a:ext cx="2471416" cy="190500"/>
          </a:xfrm>
        </p:spPr>
        <p:txBody>
          <a:bodyPr/>
          <a:lstStyle/>
          <a:p>
            <a:endParaRPr lang="en-US"/>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287963" y="154800"/>
            <a:ext cx="7323771" cy="5178133"/>
          </a:xfrm>
        </p:spPr>
        <p:txBody>
          <a:bodyPr/>
          <a:lstStyle>
            <a:lvl1pPr>
              <a:lnSpc>
                <a:spcPct val="100000"/>
              </a:lnSpc>
              <a:defRPr sz="4199"/>
            </a:lvl1pPr>
          </a:lstStyle>
          <a:p>
            <a:pPr lvl="0"/>
            <a:r>
              <a:rPr lang="en-US"/>
              <a:t>Click to edit Master text styles</a:t>
            </a:r>
          </a:p>
        </p:txBody>
      </p:sp>
    </p:spTree>
    <p:extLst>
      <p:ext uri="{BB962C8B-B14F-4D97-AF65-F5344CB8AC3E}">
        <p14:creationId xmlns:p14="http://schemas.microsoft.com/office/powerpoint/2010/main" val="544894985"/>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63" y="288036"/>
            <a:ext cx="3811091"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62" y="4814111"/>
            <a:ext cx="5524575" cy="1676533"/>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6096000" y="284956"/>
            <a:ext cx="0" cy="581263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9168" y="288036"/>
            <a:ext cx="3809504"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9168" y="4814111"/>
            <a:ext cx="5523781" cy="1677147"/>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287963" y="6408000"/>
            <a:ext cx="2477765" cy="190500"/>
          </a:xfrm>
        </p:spPr>
        <p:txBody>
          <a:bodyPr/>
          <a:lstStyle/>
          <a:p>
            <a:endParaRPr lang="en-US"/>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0293465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p:spPr>
        <p:txBody>
          <a:bodyPr/>
          <a:lstStyle>
            <a:lvl1pPr>
              <a:lnSpc>
                <a:spcPct val="90000"/>
              </a:lnSpc>
              <a:defRPr sz="6599">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3"/>
            <a:ext cx="2475384"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9168" y="192600"/>
            <a:ext cx="2474590" cy="953294"/>
          </a:xfrm>
        </p:spPr>
        <p:txBody>
          <a:bodyPr/>
          <a:lstStyle>
            <a:lvl1pPr>
              <a:lnSpc>
                <a:spcPct val="90000"/>
              </a:lnSpc>
              <a:defRPr sz="6599">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9168" y="1167327"/>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p:spPr>
        <p:txBody>
          <a:bodyPr/>
          <a:lstStyle>
            <a:lvl1pPr>
              <a:lnSpc>
                <a:spcPct val="90000"/>
              </a:lnSpc>
              <a:defRPr sz="6599">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4904"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61837401"/>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97238"/>
            <a:ext cx="5522257" cy="2670048"/>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963" y="154800"/>
            <a:ext cx="2474590" cy="2667793"/>
          </a:xfrm>
        </p:spPr>
        <p:txBody>
          <a:bodyPr/>
          <a:lstStyle>
            <a:lvl1pPr>
              <a:lnSpc>
                <a:spcPct val="100000"/>
              </a:lnSpc>
              <a:defRPr sz="4199">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154800"/>
            <a:ext cx="5523781" cy="2667794"/>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288887" y="3048866"/>
            <a:ext cx="116158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962" y="3297238"/>
            <a:ext cx="2473130" cy="2670048"/>
          </a:xfrm>
        </p:spPr>
        <p:txBody>
          <a:bodyPr/>
          <a:lstStyle>
            <a:lvl1pPr>
              <a:lnSpc>
                <a:spcPct val="100000"/>
              </a:lnSpc>
              <a:defRPr sz="41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255720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024"/>
            <a:ext cx="2475384" cy="1429544"/>
          </a:xfrm>
        </p:spPr>
        <p:txBody>
          <a:bodyPr/>
          <a:lstStyle>
            <a:lvl1pPr>
              <a:lnSpc>
                <a:spcPct val="90000"/>
              </a:lnSpc>
              <a:defRPr sz="6599">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6449"/>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287588"/>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478911"/>
            <a:ext cx="2475384" cy="1428753"/>
          </a:xfrm>
        </p:spPr>
        <p:txBody>
          <a:bodyPr/>
          <a:lstStyle>
            <a:lvl1pPr>
              <a:lnSpc>
                <a:spcPct val="90000"/>
              </a:lnSpc>
              <a:defRPr sz="6599">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562985"/>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570413"/>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763323"/>
            <a:ext cx="2475383" cy="1334265"/>
          </a:xfrm>
        </p:spPr>
        <p:txBody>
          <a:bodyPr/>
          <a:lstStyle>
            <a:lvl1pPr>
              <a:lnSpc>
                <a:spcPct val="90000"/>
              </a:lnSpc>
              <a:defRPr sz="6599">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835205"/>
            <a:ext cx="3809504" cy="126238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65668135"/>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0717" cy="762794"/>
          </a:xfrm>
        </p:spPr>
        <p:txBody>
          <a:bodyPr/>
          <a:lstStyle>
            <a:lvl1pPr>
              <a:lnSpc>
                <a:spcPct val="110000"/>
              </a:lnSpc>
              <a:defRPr sz="1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6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21240223"/>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903"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522413"/>
            <a:ext cx="0" cy="45727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29117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63938724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23999"/>
            <a:ext cx="2475384" cy="4578351"/>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6093683"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9428522" y="288036"/>
            <a:ext cx="2479352"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9428522" y="1524000"/>
            <a:ext cx="2479352"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8651141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63" y="1524000"/>
            <a:ext cx="2470717" cy="2289175"/>
          </a:xfrm>
        </p:spPr>
        <p:txBody>
          <a:bodyPr/>
          <a:lstStyle>
            <a:lvl1pPr>
              <a:lnSpc>
                <a:spcPct val="100000"/>
              </a:lnSpc>
              <a:spcBef>
                <a:spcPts val="0"/>
              </a:spcBef>
              <a:defRPr sz="18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4904" y="1524000"/>
            <a:ext cx="2475384"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9168" y="288036"/>
            <a:ext cx="607997" cy="608076"/>
          </a:xfrm>
        </p:spPr>
        <p:txBody>
          <a:bodyPr anchor="ctr"/>
          <a:lstStyle>
            <a:lvl1pPr algn="ctr">
              <a:defRPr sz="8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9168" y="1524000"/>
            <a:ext cx="2470738" cy="4576762"/>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30111" y="1524000"/>
            <a:ext cx="2470621"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3047603" y="285052"/>
            <a:ext cx="0" cy="581571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8594520"/>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0717" cy="1558989"/>
          </a:xfrm>
        </p:spPr>
        <p:txBody>
          <a:bodyPr/>
          <a:lstStyle>
            <a:lvl1pPr>
              <a:lnSpc>
                <a:spcPct val="100000"/>
              </a:lnSpc>
              <a:defRPr sz="33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5385" cy="1100635"/>
          </a:xfrm>
        </p:spPr>
        <p:txBody>
          <a:bodyPr/>
          <a:lstStyle>
            <a:lvl1pPr>
              <a:lnSpc>
                <a:spcPct val="100000"/>
              </a:lnSpc>
              <a:spcBef>
                <a:spcPts val="0"/>
              </a:spcBef>
              <a:defRPr sz="33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143" y="1524000"/>
            <a:ext cx="2475384"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1745" y="1524000"/>
            <a:ext cx="5047593"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6881899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63" y="288036"/>
            <a:ext cx="3711980" cy="953294"/>
          </a:xfrm>
        </p:spPr>
        <p:txBody>
          <a:bodyPr/>
          <a:lstStyle>
            <a:lvl1pPr>
              <a:lnSpc>
                <a:spcPct val="11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63" y="1524000"/>
            <a:ext cx="5049180" cy="4576762"/>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9168" y="1524000"/>
            <a:ext cx="5047593" cy="457676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45470735"/>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192024"/>
            <a:ext cx="5517527" cy="2105089"/>
          </a:xfrm>
        </p:spPr>
        <p:txBody>
          <a:bodyPr rIns="457200"/>
          <a:lstStyle>
            <a:lvl1pPr>
              <a:lnSpc>
                <a:spcPct val="100000"/>
              </a:lnSpc>
              <a:defRPr sz="3399">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2507" y="288035"/>
            <a:ext cx="2474590"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35"/>
            <a:ext cx="2470622"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2399031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288036"/>
            <a:ext cx="2470717" cy="1997964"/>
          </a:xfrm>
        </p:spPr>
        <p:txBody>
          <a:bodyPr/>
          <a:lstStyle>
            <a:lvl1pPr>
              <a:lnSpc>
                <a:spcPct val="11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9168" y="288000"/>
            <a:ext cx="2476178"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00"/>
            <a:ext cx="2470622"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59034157"/>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3" y="192024"/>
            <a:ext cx="5519019" cy="2105088"/>
          </a:xfrm>
        </p:spPr>
        <p:txBody>
          <a:bodyPr rIns="457200"/>
          <a:lstStyle>
            <a:lvl1pPr>
              <a:lnSpc>
                <a:spcPct val="100000"/>
              </a:lnSpc>
              <a:defRPr sz="3399">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2"/>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63909395"/>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2" y="288036"/>
            <a:ext cx="2474591" cy="1997964"/>
          </a:xfrm>
        </p:spPr>
        <p:txBody>
          <a:bodyPr rIns="0"/>
          <a:lstStyle>
            <a:lvl1pPr>
              <a:lnSpc>
                <a:spcPct val="110000"/>
              </a:lnSpc>
              <a:defRPr sz="14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30110" y="288036"/>
            <a:ext cx="2470717"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8260630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4590" cy="2105089"/>
          </a:xfrm>
        </p:spPr>
        <p:txBody>
          <a:bodyPr/>
          <a:lstStyle>
            <a:lvl1pPr>
              <a:lnSpc>
                <a:spcPct val="100000"/>
              </a:lnSpc>
              <a:defRPr sz="33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1555292"/>
          </a:xfrm>
        </p:spPr>
        <p:txBody>
          <a:bodyPr/>
          <a:lstStyle>
            <a:lvl1pPr>
              <a:lnSpc>
                <a:spcPct val="100000"/>
              </a:lnSpc>
              <a:spcBef>
                <a:spcPts val="0"/>
              </a:spcBef>
              <a:defRPr sz="33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08395"/>
            <a:ext cx="2475384" cy="4594294"/>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9168" y="288036"/>
            <a:ext cx="607997" cy="607231"/>
          </a:xfrm>
        </p:spPr>
        <p:txBody>
          <a:bodyPr anchor="ctr"/>
          <a:lstStyle>
            <a:lvl1pPr algn="ctr">
              <a:defRPr sz="8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p:spPr>
        <p:txBody>
          <a:bodyPr anchor="ctr"/>
          <a:lstStyle>
            <a:lvl1pPr algn="ctr">
              <a:defRPr sz="8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290474" y="6411643"/>
            <a:ext cx="2477765" cy="190500"/>
          </a:xfrm>
        </p:spPr>
        <p:txBody>
          <a:bodyPr/>
          <a:lstStyle/>
          <a:p>
            <a:endParaRPr lang="en-US"/>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914281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52757478"/>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9168" y="288036"/>
            <a:ext cx="607997" cy="608076"/>
          </a:xfrm>
        </p:spPr>
        <p:txBody>
          <a:bodyPr anchor="ctr"/>
          <a:lstStyle>
            <a:lvl1pPr algn="ctr">
              <a:defRPr sz="8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9168" y="123825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287999" y="3048000"/>
            <a:ext cx="1161670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9168" y="3238500"/>
            <a:ext cx="607997" cy="608076"/>
          </a:xfrm>
        </p:spPr>
        <p:txBody>
          <a:bodyPr anchor="ctr"/>
          <a:lstStyle>
            <a:lvl1pPr algn="ctr">
              <a:defRPr sz="8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9168" y="419100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77265172"/>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2" y="762000"/>
            <a:ext cx="2473892" cy="1524000"/>
          </a:xfrm>
        </p:spPr>
        <p:txBody>
          <a:bodyPr/>
          <a:lstStyle>
            <a:lvl1pPr>
              <a:lnSpc>
                <a:spcPct val="110000"/>
              </a:lnSpc>
              <a:defRPr sz="18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53742246"/>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287963" y="761936"/>
            <a:ext cx="5521401" cy="2286064"/>
          </a:xfrm>
        </p:spPr>
        <p:txBody>
          <a:bodyPr rIns="457200"/>
          <a:lstStyle>
            <a:lvl1pPr>
              <a:lnSpc>
                <a:spcPct val="110000"/>
              </a:lnSpc>
              <a:defRPr sz="3399">
                <a:solidFill>
                  <a:schemeClr val="tx2"/>
                </a:solidFill>
              </a:defRPr>
            </a:lvl1pPr>
          </a:lstStyle>
          <a:p>
            <a:r>
              <a:rPr lang="en-US"/>
              <a:t>Click to edit Master title style</a:t>
            </a:r>
          </a:p>
        </p:txBody>
      </p:sp>
    </p:spTree>
    <p:extLst>
      <p:ext uri="{BB962C8B-B14F-4D97-AF65-F5344CB8AC3E}">
        <p14:creationId xmlns:p14="http://schemas.microsoft.com/office/powerpoint/2010/main" val="1335869319"/>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287963" y="288036"/>
            <a:ext cx="2470717" cy="1997964"/>
          </a:xfrm>
        </p:spPr>
        <p:txBody>
          <a:bodyPr/>
          <a:lstStyle>
            <a:lvl1pPr>
              <a:defRPr sz="14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3778690621"/>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62" y="192024"/>
            <a:ext cx="5517779" cy="2105089"/>
          </a:xfrm>
        </p:spPr>
        <p:txBody>
          <a:bodyPr rIns="457200"/>
          <a:lstStyle>
            <a:lvl1pPr>
              <a:lnSpc>
                <a:spcPct val="100000"/>
              </a:lnSpc>
              <a:defRPr sz="3399">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290474" y="6411643"/>
            <a:ext cx="2477765" cy="190500"/>
          </a:xfrm>
        </p:spPr>
        <p:txBody>
          <a:bodyPr/>
          <a:lstStyle/>
          <a:p>
            <a:endParaRPr lang="en-US"/>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20599553"/>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774"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5"/>
            <a:ext cx="2473130"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290474" y="6411643"/>
            <a:ext cx="2477765" cy="190500"/>
          </a:xfrm>
        </p:spPr>
        <p:txBody>
          <a:bodyPr/>
          <a:lstStyle/>
          <a:p>
            <a:endParaRPr lang="en-US"/>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3332774"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6380919"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9428522" y="3336925"/>
            <a:ext cx="2473130"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80394996"/>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762000"/>
            <a:ext cx="2477701"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9168" y="288036"/>
            <a:ext cx="201142" cy="201613"/>
          </a:xfrm>
        </p:spPr>
        <p:txBody>
          <a:bodyPr/>
          <a:lstStyle>
            <a:lvl1pPr>
              <a:defRPr sz="7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9168" y="762000"/>
            <a:ext cx="2476178"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761999"/>
            <a:ext cx="2473130" cy="19995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811797"/>
            <a:ext cx="2477701" cy="1999148"/>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9168" y="3347315"/>
            <a:ext cx="201142" cy="201613"/>
          </a:xfrm>
        </p:spPr>
        <p:txBody>
          <a:bodyPr/>
          <a:lstStyle>
            <a:lvl1pPr>
              <a:defRPr sz="7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9168" y="3811797"/>
            <a:ext cx="2477701" cy="1999146"/>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811797"/>
            <a:ext cx="2473130" cy="1999144"/>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287963" y="6408000"/>
            <a:ext cx="2477765" cy="190500"/>
          </a:xfrm>
        </p:spPr>
        <p:txBody>
          <a:bodyPr/>
          <a:lstStyle/>
          <a:p>
            <a:endParaRPr lang="en-US"/>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16005806"/>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192024"/>
            <a:ext cx="5519019" cy="1706563"/>
          </a:xfrm>
        </p:spPr>
        <p:txBody>
          <a:bodyPr rIns="457200"/>
          <a:lstStyle>
            <a:lvl1pPr>
              <a:lnSpc>
                <a:spcPct val="100000"/>
              </a:lnSpc>
              <a:defRPr sz="33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3049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94962223"/>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288036"/>
            <a:ext cx="2474590" cy="1706563"/>
          </a:xfrm>
        </p:spPr>
        <p:txBody>
          <a:bodyPr rIns="0"/>
          <a:lstStyle>
            <a:lvl1pPr>
              <a:lnSpc>
                <a:spcPct val="110000"/>
              </a:lnSpc>
              <a:defRPr sz="18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3047603" y="3041650"/>
            <a:ext cx="0" cy="30559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99143238"/>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2" y="1520825"/>
            <a:ext cx="2473130"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4904" y="1520825"/>
            <a:ext cx="2475384"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8037"/>
            <a:ext cx="5519908" cy="6285801"/>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287963" y="6408000"/>
            <a:ext cx="2477765" cy="190500"/>
          </a:xfrm>
        </p:spPr>
        <p:txBody>
          <a:bodyPr/>
          <a:lstStyle/>
          <a:p>
            <a:endParaRPr lang="en-US"/>
          </a:p>
        </p:txBody>
      </p:sp>
    </p:spTree>
    <p:extLst>
      <p:ext uri="{BB962C8B-B14F-4D97-AF65-F5344CB8AC3E}">
        <p14:creationId xmlns:p14="http://schemas.microsoft.com/office/powerpoint/2010/main" val="142081652"/>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08207827"/>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5750"/>
            <a:ext cx="8567416" cy="6289675"/>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287963" y="6408000"/>
            <a:ext cx="2477765" cy="190500"/>
          </a:xfrm>
        </p:spPr>
        <p:txBody>
          <a:bodyPr/>
          <a:lstStyle/>
          <a:p>
            <a:endParaRPr lang="en-US"/>
          </a:p>
        </p:txBody>
      </p:sp>
    </p:spTree>
    <p:extLst>
      <p:ext uri="{BB962C8B-B14F-4D97-AF65-F5344CB8AC3E}">
        <p14:creationId xmlns:p14="http://schemas.microsoft.com/office/powerpoint/2010/main" val="2707857304"/>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020925"/>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8887" y="285750"/>
            <a:ext cx="11611845" cy="6289675"/>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968593408"/>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287962" y="1522412"/>
            <a:ext cx="1231041" cy="1238250"/>
          </a:xfrm>
          <a:solidFill>
            <a:srgbClr val="E0E0E0"/>
          </a:solidFill>
        </p:spPr>
        <p:txBody>
          <a:bodyPr anchor="ctr"/>
          <a:lstStyle>
            <a:lvl1pPr algn="ctr">
              <a:defRPr>
                <a:solidFill>
                  <a:schemeClr val="accent5"/>
                </a:solidFill>
              </a:defRPr>
            </a:lvl1pPr>
          </a:lstStyle>
          <a:p>
            <a:r>
              <a:rPr lang="en-US"/>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287962" y="3048000"/>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287962" y="4570413"/>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6389168" y="1522412"/>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6389168" y="3048000"/>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6389168" y="4570413"/>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24375833"/>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7"/>
            <a:ext cx="2474590" cy="1997964"/>
          </a:xfrm>
        </p:spPr>
        <p:txBody>
          <a:bodyPr/>
          <a:lstStyle>
            <a:lvl1pPr>
              <a:lnSpc>
                <a:spcPct val="110000"/>
              </a:lnSpc>
              <a:defRPr sz="1400">
                <a:solidFill>
                  <a:schemeClr val="tx2"/>
                </a:solidFill>
              </a:defRPr>
            </a:lvl1pPr>
          </a:lstStyle>
          <a:p>
            <a:r>
              <a:rPr lang="en-US"/>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8000"/>
            <a:ext cx="8571384" cy="5811838"/>
          </a:xfrm>
        </p:spPr>
        <p:txBody>
          <a:bodyPr anchor="ctr"/>
          <a:lstStyle>
            <a:lvl1pPr algn="ctr">
              <a:defRPr>
                <a:solidFill>
                  <a:schemeClr val="tx1"/>
                </a:solidFill>
              </a:defRPr>
            </a:lvl1pPr>
          </a:lstStyle>
          <a:p>
            <a:r>
              <a:rPr lang="en-US"/>
              <a:t>Click icon to add table</a:t>
            </a:r>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3340524"/>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3525"/>
          </a:xfrm>
        </p:spPr>
        <p:txBody>
          <a:bodyPr/>
          <a:lstStyle>
            <a:lvl1pPr>
              <a:lnSpc>
                <a:spcPct val="110000"/>
              </a:lnSpc>
              <a:defRPr sz="14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3333316" y="6391244"/>
            <a:ext cx="2761890" cy="212725"/>
          </a:xfrm>
        </p:spPr>
        <p:txBody>
          <a:bodyPr anchor="b" anchorCtr="0"/>
          <a:lstStyle>
            <a:lvl1pPr>
              <a:defRPr sz="800">
                <a:latin typeface="IBM Plex Sans" panose="020B0503050203000203" pitchFamily="34" charset="0"/>
              </a:defRPr>
            </a:lvl1pPr>
            <a:lvl2pPr>
              <a:defRPr sz="800"/>
            </a:lvl2pPr>
            <a:lvl3pPr>
              <a:defRPr sz="800"/>
            </a:lvl3pPr>
            <a:lvl4pPr>
              <a:defRPr sz="800"/>
            </a:lvl4pPr>
            <a:lvl5pPr>
              <a:defRPr sz="800"/>
            </a:lvl5pPr>
          </a:lstStyle>
          <a:p>
            <a:pPr lvl="0"/>
            <a:r>
              <a:rPr lang="en-US"/>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287963" y="1522413"/>
            <a:ext cx="2471416" cy="4575175"/>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a:lnSpc>
                <a:spcPct val="110000"/>
              </a:lnSpc>
            </a:pPr>
            <a:r>
              <a:rPr lang="en-US" sz="1400">
                <a:latin typeface="IBM Plex Sans Light" panose="020B0403050203000203" pitchFamily="34" charset="0"/>
              </a:rPr>
              <a:t>Lorem ipsum dolor sit </a:t>
            </a:r>
            <a:r>
              <a:rPr lang="en-US" sz="1400" err="1">
                <a:latin typeface="IBM Plex Sans Light" panose="020B0403050203000203" pitchFamily="34" charset="0"/>
              </a:rPr>
              <a:t>amet</a:t>
            </a:r>
            <a:r>
              <a:rPr lang="en-US" sz="1400">
                <a:latin typeface="IBM Plex Sans Light" panose="020B0403050203000203" pitchFamily="34" charset="0"/>
              </a:rPr>
              <a:t> </a:t>
            </a:r>
            <a:r>
              <a:rPr lang="en-US" sz="1400" err="1">
                <a:latin typeface="IBM Plex Sans Light" panose="020B0403050203000203" pitchFamily="34" charset="0"/>
              </a:rPr>
              <a:t>donec</a:t>
            </a:r>
            <a:r>
              <a:rPr lang="en-US" sz="1400">
                <a:latin typeface="IBM Plex Sans Light" panose="020B0403050203000203" pitchFamily="34" charset="0"/>
              </a:rPr>
              <a:t> </a:t>
            </a:r>
            <a:r>
              <a:rPr lang="en-US" sz="1400" err="1">
                <a:latin typeface="IBM Plex Sans Light" panose="020B0403050203000203" pitchFamily="34" charset="0"/>
              </a:rPr>
              <a:t>quam</a:t>
            </a:r>
            <a:r>
              <a:rPr lang="en-US" sz="1400">
                <a:latin typeface="IBM Plex Sans Light" panose="020B0403050203000203" pitchFamily="34" charset="0"/>
              </a:rPr>
              <a:t> </a:t>
            </a:r>
            <a:r>
              <a:rPr lang="en-US" sz="1400" err="1">
                <a:latin typeface="IBM Plex Sans Light" panose="020B0403050203000203" pitchFamily="34" charset="0"/>
              </a:rPr>
              <a:t>felis</a:t>
            </a:r>
            <a:r>
              <a:rPr lang="en-US" sz="1400">
                <a:latin typeface="IBM Plex Sans Light" panose="020B0403050203000203" pitchFamily="34" charset="0"/>
              </a:rPr>
              <a:t> </a:t>
            </a:r>
            <a:r>
              <a:rPr lang="en-US" sz="1400" err="1">
                <a:latin typeface="IBM Plex Sans Light" panose="020B0403050203000203" pitchFamily="34" charset="0"/>
              </a:rPr>
              <a:t>ultricies</a:t>
            </a:r>
            <a:r>
              <a:rPr lang="en-US" sz="1400">
                <a:latin typeface="IBM Plex Sans Light" panose="020B0403050203000203" pitchFamily="34" charset="0"/>
              </a:rPr>
              <a:t> </a:t>
            </a:r>
            <a:r>
              <a:rPr lang="en-US" sz="1400" err="1">
                <a:latin typeface="IBM Plex Sans Light" panose="020B0403050203000203" pitchFamily="34" charset="0"/>
              </a:rPr>
              <a:t>nec</a:t>
            </a:r>
            <a:r>
              <a:rPr lang="en-US" sz="1400">
                <a:latin typeface="IBM Plex Sans Light" panose="020B0403050203000203" pitchFamily="34" charset="0"/>
              </a:rPr>
              <a:t> </a:t>
            </a:r>
            <a:r>
              <a:rPr lang="en-US" sz="1400" err="1">
                <a:latin typeface="IBM Plex Sans Light" panose="020B0403050203000203" pitchFamily="34" charset="0"/>
              </a:rPr>
              <a:t>pellentesque</a:t>
            </a:r>
            <a:r>
              <a:rPr lang="en-US" sz="1400">
                <a:latin typeface="IBM Plex Sans Light" panose="020B0403050203000203" pitchFamily="34" charset="0"/>
              </a:rPr>
              <a:t> </a:t>
            </a:r>
            <a:r>
              <a:rPr lang="en-US" sz="1400" err="1">
                <a:latin typeface="IBM Plex Sans Light" panose="020B0403050203000203" pitchFamily="34" charset="0"/>
              </a:rPr>
              <a:t>eu</a:t>
            </a:r>
            <a:r>
              <a:rPr lang="en-US" sz="1400">
                <a:latin typeface="IBM Plex Sans Light" panose="020B0403050203000203" pitchFamily="34" charset="0"/>
              </a:rPr>
              <a:t> </a:t>
            </a:r>
            <a:r>
              <a:rPr lang="en-US" sz="1400" err="1">
                <a:latin typeface="IBM Plex Sans Light" panose="020B0403050203000203" pitchFamily="34" charset="0"/>
              </a:rPr>
              <a:t>pretium</a:t>
            </a:r>
            <a:r>
              <a:rPr lang="en-US" sz="1400">
                <a:latin typeface="IBM Plex Sans Light" panose="020B0403050203000203" pitchFamily="34" charset="0"/>
              </a:rPr>
              <a:t> </a:t>
            </a:r>
            <a:r>
              <a:rPr lang="en-US" sz="1400" err="1">
                <a:latin typeface="IBM Plex Sans Light" panose="020B0403050203000203" pitchFamily="34" charset="0"/>
              </a:rPr>
              <a:t>quis</a:t>
            </a:r>
            <a:r>
              <a:rPr lang="en-US" sz="1400">
                <a:latin typeface="IBM Plex Sans Light" panose="020B0403050203000203" pitchFamily="34" charset="0"/>
              </a:rPr>
              <a:t> sem. </a:t>
            </a:r>
            <a:r>
              <a:rPr lang="en-US" sz="1400" err="1">
                <a:latin typeface="IBM Plex Sans Light" panose="020B0403050203000203" pitchFamily="34" charset="0"/>
              </a:rPr>
              <a:t>Nulla</a:t>
            </a:r>
            <a:r>
              <a:rPr lang="en-US" sz="1400">
                <a:latin typeface="IBM Plex Sans Light" panose="020B0403050203000203" pitchFamily="34" charset="0"/>
              </a:rPr>
              <a:t> </a:t>
            </a:r>
            <a:r>
              <a:rPr lang="en-US" sz="1400" err="1">
                <a:latin typeface="IBM Plex Sans Light" panose="020B0403050203000203" pitchFamily="34" charset="0"/>
              </a:rPr>
              <a:t>conset</a:t>
            </a:r>
            <a:r>
              <a:rPr lang="en-US" sz="1400">
                <a:latin typeface="IBM Plex Sans Light" panose="020B0403050203000203" pitchFamily="34" charset="0"/>
              </a:rPr>
              <a:t> </a:t>
            </a:r>
            <a:r>
              <a:rPr lang="en-US" sz="1400" err="1">
                <a:latin typeface="IBM Plex Sans Light" panose="020B0403050203000203" pitchFamily="34" charset="0"/>
              </a:rPr>
              <a:t>massa</a:t>
            </a:r>
            <a:r>
              <a:rPr lang="en-US" sz="1400">
                <a:latin typeface="IBM Plex Sans Light" panose="020B0403050203000203" pitchFamily="34" charset="0"/>
              </a:rPr>
              <a:t> </a:t>
            </a:r>
            <a:r>
              <a:rPr lang="en-US" sz="1400" err="1">
                <a:latin typeface="IBM Plex Sans Light" panose="020B0403050203000203" pitchFamily="34" charset="0"/>
              </a:rPr>
              <a:t>quis</a:t>
            </a:r>
            <a:r>
              <a:rPr lang="en-US" sz="1400">
                <a:latin typeface="IBM Plex Sans Light" panose="020B0403050203000203" pitchFamily="34" charset="0"/>
              </a:rPr>
              <a:t> </a:t>
            </a:r>
            <a:r>
              <a:rPr lang="en-US" sz="1400" err="1">
                <a:latin typeface="IBM Plex Sans Light" panose="020B0403050203000203" pitchFamily="34" charset="0"/>
              </a:rPr>
              <a:t>enim</a:t>
            </a:r>
            <a:r>
              <a:rPr lang="en-US" sz="140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287963" y="6408000"/>
            <a:ext cx="2477765" cy="190500"/>
          </a:xfrm>
        </p:spPr>
        <p:txBody>
          <a:bodyPr/>
          <a:lstStyle/>
          <a:p>
            <a:endParaRPr lang="en-US"/>
          </a:p>
        </p:txBody>
      </p:sp>
    </p:spTree>
    <p:extLst>
      <p:ext uri="{BB962C8B-B14F-4D97-AF65-F5344CB8AC3E}">
        <p14:creationId xmlns:p14="http://schemas.microsoft.com/office/powerpoint/2010/main" val="2157830308"/>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30109"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87963" y="6408000"/>
            <a:ext cx="2477765" cy="190500"/>
          </a:xfrm>
        </p:spPr>
        <p:txBody>
          <a:bodyPr/>
          <a:lstStyle/>
          <a:p>
            <a:endParaRPr lang="en-US"/>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42531004"/>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9168"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65787590"/>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287963" y="6408000"/>
            <a:ext cx="2477765" cy="190500"/>
          </a:xfrm>
        </p:spPr>
        <p:txBody>
          <a:bodyPr/>
          <a:lstStyle/>
          <a:p>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91210768"/>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57713695"/>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3752289228"/>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Video or imagery, half, inset">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9E15135-8FB9-94C9-F7E3-469A960F963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256" y="287021"/>
            <a:ext cx="2481206" cy="272696"/>
          </a:xfrm>
          <a:prstGeom prst="rect">
            <a:avLst/>
          </a:prstGeom>
        </p:spPr>
      </p:pic>
      <p:pic>
        <p:nvPicPr>
          <p:cNvPr id="10" name="Graphic 9">
            <a:extLst>
              <a:ext uri="{FF2B5EF4-FFF2-40B4-BE49-F238E27FC236}">
                <a16:creationId xmlns:a16="http://schemas.microsoft.com/office/drawing/2014/main" id="{70F30779-703F-9A73-F245-D570AD40447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389385" y="3437467"/>
            <a:ext cx="5515137" cy="3232221"/>
          </a:xfrm>
          <a:prstGeom prst="rect">
            <a:avLst/>
          </a:prstGeom>
        </p:spPr>
      </p:pic>
    </p:spTree>
    <p:extLst>
      <p:ext uri="{BB962C8B-B14F-4D97-AF65-F5344CB8AC3E}">
        <p14:creationId xmlns:p14="http://schemas.microsoft.com/office/powerpoint/2010/main" val="618032226"/>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7585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287999" y="288036"/>
            <a:ext cx="11293592" cy="1234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9" name="Body Level One…"/>
          <p:cNvSpPr txBox="1">
            <a:spLocks noGrp="1"/>
          </p:cNvSpPr>
          <p:nvPr>
            <p:ph type="body" idx="1"/>
          </p:nvPr>
        </p:nvSpPr>
        <p:spPr>
          <a:xfrm>
            <a:off x="287300" y="1663699"/>
            <a:ext cx="11293592" cy="443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7963" y="6411643"/>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3984617527"/>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2" r:id="rId34"/>
    <p:sldLayoutId id="2147483743" r:id="rId35"/>
    <p:sldLayoutId id="2147483744" r:id="rId36"/>
    <p:sldLayoutId id="2147483745" r:id="rId37"/>
    <p:sldLayoutId id="2147483746" r:id="rId38"/>
    <p:sldLayoutId id="2147483747" r:id="rId39"/>
    <p:sldLayoutId id="2147483748" r:id="rId40"/>
    <p:sldLayoutId id="2147483749" r:id="rId41"/>
    <p:sldLayoutId id="2147483750" r:id="rId42"/>
    <p:sldLayoutId id="2147483751" r:id="rId43"/>
    <p:sldLayoutId id="2147483752" r:id="rId44"/>
    <p:sldLayoutId id="2147483753" r:id="rId45"/>
    <p:sldLayoutId id="2147483754" r:id="rId46"/>
    <p:sldLayoutId id="2147483755" r:id="rId47"/>
    <p:sldLayoutId id="2147483756" r:id="rId48"/>
    <p:sldLayoutId id="2147483757" r:id="rId49"/>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p15:clr>
            <a:srgbClr val="EE5396"/>
          </p15:clr>
        </p15:guide>
        <p15:guide id="20" orient="horz" pos="958">
          <p15:clr>
            <a:srgbClr val="EE5396"/>
          </p15:clr>
        </p15:guide>
        <p15:guide id="25" orient="horz" pos="7682">
          <p15:clr>
            <a:srgbClr val="EE5396"/>
          </p15:clr>
        </p15:guide>
        <p15:guide id="26" pos="7680">
          <p15:clr>
            <a:srgbClr val="0F62FE"/>
          </p15:clr>
        </p15:guide>
        <p15:guide id="27" pos="11520">
          <p15:clr>
            <a:srgbClr val="0F62FE"/>
          </p15:clr>
        </p15:guide>
        <p15:guide id="30" orient="horz" pos="1918">
          <p15:clr>
            <a:srgbClr val="EE5396"/>
          </p15:clr>
        </p15:guide>
        <p15:guide id="32" orient="horz" pos="6720">
          <p15:clr>
            <a:srgbClr val="EE5396"/>
          </p15:clr>
        </p15:guide>
        <p15:guide id="33" orient="horz" pos="2880">
          <p15:clr>
            <a:srgbClr val="EE5396"/>
          </p15:clr>
        </p15:guide>
        <p15:guide id="34" orient="horz" pos="4800">
          <p15:clr>
            <a:srgbClr val="EE5396"/>
          </p15:clr>
        </p15:guide>
        <p15:guide id="35" orient="horz" pos="5758">
          <p15:clr>
            <a:srgbClr val="EE5396"/>
          </p15:clr>
        </p15:guide>
        <p15:guide id="36" orient="horz" pos="8284">
          <p15:clr>
            <a:srgbClr val="9FCC3B"/>
          </p15:clr>
        </p15:guide>
        <p15:guide id="37" orient="horz" pos="3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0.svg"/></Relationships>
</file>

<file path=ppt/slides/_rels/slide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12.svg"/><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12.svg"/><Relationship Id="rId4" Type="http://schemas.openxmlformats.org/officeDocument/2006/relationships/image" Target="../media/image10.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5.xml"/><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6.xml"/><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15.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E5C70E-053F-18A8-7510-1962F4406D89}"/>
              </a:ext>
            </a:extLst>
          </p:cNvPr>
          <p:cNvSpPr>
            <a:spLocks noGrp="1"/>
          </p:cNvSpPr>
          <p:nvPr>
            <p:ph type="body" sz="quarter" idx="12"/>
          </p:nvPr>
        </p:nvSpPr>
        <p:spPr/>
        <p:txBody>
          <a:bodyPr/>
          <a:lstStyle/>
          <a:p>
            <a:r>
              <a:rPr lang="en-US"/>
              <a:t>Jamie Wang</a:t>
            </a:r>
          </a:p>
          <a:p>
            <a:r>
              <a:rPr lang="en-US"/>
              <a:t>Developer Advocate</a:t>
            </a:r>
          </a:p>
        </p:txBody>
      </p:sp>
      <p:sp>
        <p:nvSpPr>
          <p:cNvPr id="3" name="Text Placeholder 2">
            <a:extLst>
              <a:ext uri="{FF2B5EF4-FFF2-40B4-BE49-F238E27FC236}">
                <a16:creationId xmlns:a16="http://schemas.microsoft.com/office/drawing/2014/main" id="{DB58C975-E468-AF1C-BB6C-97AA6BEBEFEF}"/>
              </a:ext>
            </a:extLst>
          </p:cNvPr>
          <p:cNvSpPr>
            <a:spLocks noGrp="1"/>
          </p:cNvSpPr>
          <p:nvPr>
            <p:ph type="body" sz="quarter" idx="13"/>
          </p:nvPr>
        </p:nvSpPr>
        <p:spPr/>
        <p:txBody>
          <a:bodyPr/>
          <a:lstStyle/>
          <a:p>
            <a:r>
              <a:rPr lang="en-US"/>
              <a:t>Hemanth Battu</a:t>
            </a:r>
            <a:br>
              <a:rPr lang="en-US"/>
            </a:br>
            <a:r>
              <a:rPr lang="en-US"/>
              <a:t>Ecosystem Engineer</a:t>
            </a:r>
          </a:p>
        </p:txBody>
      </p:sp>
      <p:sp>
        <p:nvSpPr>
          <p:cNvPr id="4" name="Title 3">
            <a:extLst>
              <a:ext uri="{FF2B5EF4-FFF2-40B4-BE49-F238E27FC236}">
                <a16:creationId xmlns:a16="http://schemas.microsoft.com/office/drawing/2014/main" id="{EACBD4A7-5F98-6366-251D-E77C4728D619}"/>
              </a:ext>
            </a:extLst>
          </p:cNvPr>
          <p:cNvSpPr>
            <a:spLocks noGrp="1"/>
          </p:cNvSpPr>
          <p:nvPr>
            <p:ph type="title"/>
          </p:nvPr>
        </p:nvSpPr>
        <p:spPr/>
        <p:txBody>
          <a:bodyPr/>
          <a:lstStyle/>
          <a:p>
            <a:r>
              <a:rPr lang="en-US" sz="4400"/>
              <a:t>Agentic Engineering in Practice</a:t>
            </a:r>
            <a:endParaRPr lang="en-US"/>
          </a:p>
        </p:txBody>
      </p:sp>
    </p:spTree>
    <p:extLst>
      <p:ext uri="{BB962C8B-B14F-4D97-AF65-F5344CB8AC3E}">
        <p14:creationId xmlns:p14="http://schemas.microsoft.com/office/powerpoint/2010/main" val="193408808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descr="Blue 10 quarter slide background">
            <a:extLst>
              <a:ext uri="{FF2B5EF4-FFF2-40B4-BE49-F238E27FC236}">
                <a16:creationId xmlns:a16="http://schemas.microsoft.com/office/drawing/2014/main" id="{FDFD0247-81AB-87E1-511E-7D797446AE24}"/>
              </a:ext>
            </a:extLst>
          </p:cNvPr>
          <p:cNvSpPr/>
          <p:nvPr/>
        </p:nvSpPr>
        <p:spPr bwMode="auto">
          <a:xfrm>
            <a:off x="0" y="0"/>
            <a:ext cx="2762330" cy="6858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F6082636-9600-E6C0-B62E-F75C6A36EB44}"/>
              </a:ext>
            </a:extLst>
          </p:cNvPr>
          <p:cNvSpPr>
            <a:spLocks noGrp="1"/>
          </p:cNvSpPr>
          <p:nvPr>
            <p:ph type="title"/>
          </p:nvPr>
        </p:nvSpPr>
        <p:spPr>
          <a:xfrm>
            <a:off x="287963" y="288035"/>
            <a:ext cx="2474590" cy="5526913"/>
          </a:xfrm>
        </p:spPr>
        <p:txBody>
          <a:bodyPr/>
          <a:lstStyle/>
          <a:p>
            <a:r>
              <a:rPr lang="en-US" sz="3200"/>
              <a:t>Our roadmap:</a:t>
            </a:r>
          </a:p>
        </p:txBody>
      </p:sp>
      <p:sp>
        <p:nvSpPr>
          <p:cNvPr id="3" name="Text Placeholder 2">
            <a:extLst>
              <a:ext uri="{FF2B5EF4-FFF2-40B4-BE49-F238E27FC236}">
                <a16:creationId xmlns:a16="http://schemas.microsoft.com/office/drawing/2014/main" id="{E62707D7-33AC-EAB5-195E-96580926CEEB}"/>
              </a:ext>
            </a:extLst>
          </p:cNvPr>
          <p:cNvSpPr>
            <a:spLocks noGrp="1"/>
          </p:cNvSpPr>
          <p:nvPr>
            <p:ph type="body" sz="quarter" idx="20"/>
          </p:nvPr>
        </p:nvSpPr>
        <p:spPr/>
        <p:txBody>
          <a:bodyPr/>
          <a:lstStyle/>
          <a:p>
            <a:r>
              <a:rPr lang="en-US" sz="2400" dirty="0"/>
              <a:t>Module 0: Get to Know Your Tool</a:t>
            </a:r>
          </a:p>
        </p:txBody>
      </p:sp>
      <p:sp>
        <p:nvSpPr>
          <p:cNvPr id="4" name="Text Placeholder 3">
            <a:extLst>
              <a:ext uri="{FF2B5EF4-FFF2-40B4-BE49-F238E27FC236}">
                <a16:creationId xmlns:a16="http://schemas.microsoft.com/office/drawing/2014/main" id="{1ADC7119-FD49-852B-8A8E-D55E9B37579D}"/>
              </a:ext>
            </a:extLst>
          </p:cNvPr>
          <p:cNvSpPr>
            <a:spLocks noGrp="1"/>
          </p:cNvSpPr>
          <p:nvPr>
            <p:ph type="body" sz="quarter" idx="16"/>
          </p:nvPr>
        </p:nvSpPr>
        <p:spPr/>
        <p:txBody>
          <a:bodyPr/>
          <a:lstStyle/>
          <a:p>
            <a:r>
              <a:rPr lang="en-US" sz="2400" dirty="0"/>
              <a:t>Module 1: Requirements Gathering and Spec Creation</a:t>
            </a:r>
          </a:p>
        </p:txBody>
      </p:sp>
      <p:sp>
        <p:nvSpPr>
          <p:cNvPr id="5" name="Text Placeholder 4">
            <a:extLst>
              <a:ext uri="{FF2B5EF4-FFF2-40B4-BE49-F238E27FC236}">
                <a16:creationId xmlns:a16="http://schemas.microsoft.com/office/drawing/2014/main" id="{24A02B72-0E00-28BE-CB6E-0DC2279FA19C}"/>
              </a:ext>
            </a:extLst>
          </p:cNvPr>
          <p:cNvSpPr>
            <a:spLocks noGrp="1"/>
          </p:cNvSpPr>
          <p:nvPr>
            <p:ph type="body" sz="quarter" idx="17"/>
          </p:nvPr>
        </p:nvSpPr>
        <p:spPr/>
        <p:txBody>
          <a:bodyPr/>
          <a:lstStyle/>
          <a:p>
            <a:r>
              <a:rPr lang="en-US" sz="2400" dirty="0"/>
              <a:t>Module 2: Implementation</a:t>
            </a:r>
          </a:p>
        </p:txBody>
      </p:sp>
      <p:sp>
        <p:nvSpPr>
          <p:cNvPr id="6" name="Footer Placeholder 5">
            <a:extLst>
              <a:ext uri="{FF2B5EF4-FFF2-40B4-BE49-F238E27FC236}">
                <a16:creationId xmlns:a16="http://schemas.microsoft.com/office/drawing/2014/main" id="{7F85150B-9140-34EA-2ADF-9EAA89695C03}"/>
              </a:ext>
            </a:extLst>
          </p:cNvPr>
          <p:cNvSpPr>
            <a:spLocks noGrp="1"/>
          </p:cNvSpPr>
          <p:nvPr>
            <p:ph type="ftr" sz="quarter" idx="22"/>
          </p:nvPr>
        </p:nvSpPr>
        <p:spPr/>
        <p:txBody>
          <a:bodyPr/>
          <a:lstStyle/>
          <a:p>
            <a:r>
              <a:rPr lang="en-US"/>
              <a:t>Agentic Engineering in Practice</a:t>
            </a:r>
          </a:p>
        </p:txBody>
      </p:sp>
      <p:sp>
        <p:nvSpPr>
          <p:cNvPr id="7" name="Slide Number Placeholder 6">
            <a:extLst>
              <a:ext uri="{FF2B5EF4-FFF2-40B4-BE49-F238E27FC236}">
                <a16:creationId xmlns:a16="http://schemas.microsoft.com/office/drawing/2014/main" id="{7FD54EE5-2D08-B667-C905-0CC86581B0B8}"/>
              </a:ext>
            </a:extLst>
          </p:cNvPr>
          <p:cNvSpPr>
            <a:spLocks noGrp="1"/>
          </p:cNvSpPr>
          <p:nvPr>
            <p:ph type="sldNum" sz="quarter" idx="4"/>
          </p:nvPr>
        </p:nvSpPr>
        <p:spPr/>
        <p:txBody>
          <a:bodyPr/>
          <a:lstStyle/>
          <a:p>
            <a:fld id="{86CB4B4D-7CA3-9044-876B-883B54F8677D}" type="slidenum">
              <a:rPr lang="en-US" smtClean="0"/>
              <a:pPr/>
              <a:t>2</a:t>
            </a:fld>
            <a:endParaRPr lang="en-US"/>
          </a:p>
        </p:txBody>
      </p:sp>
      <p:sp>
        <p:nvSpPr>
          <p:cNvPr id="8" name="Text Placeholder 7">
            <a:extLst>
              <a:ext uri="{FF2B5EF4-FFF2-40B4-BE49-F238E27FC236}">
                <a16:creationId xmlns:a16="http://schemas.microsoft.com/office/drawing/2014/main" id="{CE3DB348-92A5-F8AF-CBB1-B71C0A5F6F39}"/>
              </a:ext>
            </a:extLst>
          </p:cNvPr>
          <p:cNvSpPr>
            <a:spLocks noGrp="1"/>
          </p:cNvSpPr>
          <p:nvPr>
            <p:ph type="body" sz="quarter" idx="12"/>
          </p:nvPr>
        </p:nvSpPr>
        <p:spPr/>
        <p:txBody>
          <a:bodyPr/>
          <a:lstStyle/>
          <a:p>
            <a:r>
              <a:rPr lang="en-US" sz="2400"/>
              <a:t>Module 3: Verification</a:t>
            </a:r>
          </a:p>
        </p:txBody>
      </p:sp>
      <p:sp>
        <p:nvSpPr>
          <p:cNvPr id="9" name="Text Placeholder 8">
            <a:extLst>
              <a:ext uri="{FF2B5EF4-FFF2-40B4-BE49-F238E27FC236}">
                <a16:creationId xmlns:a16="http://schemas.microsoft.com/office/drawing/2014/main" id="{7F201713-0B45-3373-E046-D539D4886F34}"/>
              </a:ext>
            </a:extLst>
          </p:cNvPr>
          <p:cNvSpPr>
            <a:spLocks noGrp="1"/>
          </p:cNvSpPr>
          <p:nvPr>
            <p:ph type="body" sz="quarter" idx="13"/>
          </p:nvPr>
        </p:nvSpPr>
        <p:spPr/>
        <p:txBody>
          <a:bodyPr/>
          <a:lstStyle/>
          <a:p>
            <a:r>
              <a:rPr lang="en-US" sz="2400" dirty="0"/>
              <a:t>Module 4: Balancing Cost Through Efficiency</a:t>
            </a:r>
          </a:p>
        </p:txBody>
      </p:sp>
      <p:sp>
        <p:nvSpPr>
          <p:cNvPr id="10" name="Text Placeholder 8">
            <a:extLst>
              <a:ext uri="{FF2B5EF4-FFF2-40B4-BE49-F238E27FC236}">
                <a16:creationId xmlns:a16="http://schemas.microsoft.com/office/drawing/2014/main" id="{43274984-0500-00B6-7391-DB9F3DB9BC60}"/>
              </a:ext>
            </a:extLst>
          </p:cNvPr>
          <p:cNvSpPr txBox="1">
            <a:spLocks/>
          </p:cNvSpPr>
          <p:nvPr/>
        </p:nvSpPr>
        <p:spPr>
          <a:xfrm>
            <a:off x="9423951" y="3336883"/>
            <a:ext cx="2477701" cy="24780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400" b="0" i="0" u="none" strike="noStrike" cap="none" spc="0" baseline="0">
                <a:solidFill>
                  <a:schemeClr val="tx1"/>
                </a:solidFill>
                <a:uFillTx/>
                <a:latin typeface="+mj-lt"/>
                <a:ea typeface="+mj-ea"/>
                <a:cs typeface="+mj-cs"/>
                <a:sym typeface="IBM Plex Sans Light"/>
              </a:defRPr>
            </a:lvl1pPr>
            <a:lvl2pPr marL="127990" marR="0" indent="-127990" algn="l" defTabSz="1218956" rtl="0" eaLnBrk="1" latinLnBrk="0" hangingPunct="1">
              <a:lnSpc>
                <a:spcPct val="110000"/>
              </a:lnSpc>
              <a:spcBef>
                <a:spcPts val="0"/>
              </a:spcBef>
              <a:spcAft>
                <a:spcPts val="0"/>
              </a:spcAft>
              <a:buClrTx/>
              <a:buSzPct val="100000"/>
              <a:buFontTx/>
              <a:buChar char="–"/>
              <a:tabLst/>
              <a:defRPr sz="1400" b="0" i="0" u="none" strike="noStrike" cap="none" spc="0" baseline="0">
                <a:solidFill>
                  <a:schemeClr val="tx1"/>
                </a:solidFill>
                <a:uFillTx/>
                <a:latin typeface="+mj-lt"/>
                <a:ea typeface="+mj-ea"/>
                <a:cs typeface="+mj-cs"/>
                <a:sym typeface="IBM Plex Sans Light"/>
              </a:defRPr>
            </a:lvl2pPr>
            <a:lvl3pPr marL="255981" marR="0" indent="-127990" algn="l" defTabSz="1218956" rtl="0" eaLnBrk="1" latinLnBrk="0" hangingPunct="1">
              <a:lnSpc>
                <a:spcPct val="110000"/>
              </a:lnSpc>
              <a:spcBef>
                <a:spcPts val="0"/>
              </a:spcBef>
              <a:spcAft>
                <a:spcPts val="0"/>
              </a:spcAft>
              <a:buClrTx/>
              <a:buSzPct val="100000"/>
              <a:buFontTx/>
              <a:buChar char="•"/>
              <a:tabLst/>
              <a:defRPr sz="1400" b="0" i="0" u="none" strike="noStrike" cap="none" spc="0" baseline="0">
                <a:solidFill>
                  <a:schemeClr val="tx1"/>
                </a:solidFill>
                <a:uFillTx/>
                <a:latin typeface="+mj-lt"/>
                <a:ea typeface="+mj-ea"/>
                <a:cs typeface="+mj-cs"/>
                <a:sym typeface="IBM Plex Sans Light"/>
              </a:defRPr>
            </a:lvl3pPr>
            <a:lvl4pPr marL="383971" marR="0" indent="-127990" algn="l" defTabSz="1218956" rtl="0" eaLnBrk="1" latinLnBrk="0" hangingPunct="1">
              <a:lnSpc>
                <a:spcPct val="110000"/>
              </a:lnSpc>
              <a:spcBef>
                <a:spcPts val="0"/>
              </a:spcBef>
              <a:spcAft>
                <a:spcPts val="0"/>
              </a:spcAft>
              <a:buClrTx/>
              <a:buSzPct val="100000"/>
              <a:buFontTx/>
              <a:buChar char="–"/>
              <a:tabLst/>
              <a:defRPr sz="14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0"/>
              </a:spcBef>
              <a:spcAft>
                <a:spcPts val="0"/>
              </a:spcAft>
              <a:buClrTx/>
              <a:buSzPct val="100000"/>
              <a:buFont typeface="IBM Plex Sans" panose="020B0604020202020204" pitchFamily="34" charset="0"/>
              <a:buChar char="•"/>
              <a:tabLst/>
              <a:defRPr sz="1400" b="0" i="0" u="none" strike="noStrike" cap="none" spc="0" baseline="0">
                <a:solidFill>
                  <a:schemeClr val="tx1"/>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r>
              <a:rPr lang="en-US" sz="2400" kern="0"/>
              <a:t>Module 5: Justifying an AI Workflow</a:t>
            </a:r>
          </a:p>
        </p:txBody>
      </p:sp>
    </p:spTree>
    <p:extLst>
      <p:ext uri="{BB962C8B-B14F-4D97-AF65-F5344CB8AC3E}">
        <p14:creationId xmlns:p14="http://schemas.microsoft.com/office/powerpoint/2010/main" val="297466948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10B2F-FAB6-7D96-68A8-A22ABBCD8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FF0982-5B7E-490B-0AB6-09C3CA26D5DB}"/>
              </a:ext>
            </a:extLst>
          </p:cNvPr>
          <p:cNvSpPr>
            <a:spLocks noGrp="1"/>
          </p:cNvSpPr>
          <p:nvPr>
            <p:ph type="title"/>
          </p:nvPr>
        </p:nvSpPr>
        <p:spPr/>
        <p:txBody>
          <a:bodyPr/>
          <a:lstStyle/>
          <a:p>
            <a:r>
              <a:rPr lang="en-US" dirty="0">
                <a:latin typeface="+mj-lt"/>
              </a:rPr>
              <a:t>link to Bob</a:t>
            </a:r>
          </a:p>
        </p:txBody>
      </p:sp>
      <p:sp>
        <p:nvSpPr>
          <p:cNvPr id="3" name="Footer Placeholder 2">
            <a:extLst>
              <a:ext uri="{FF2B5EF4-FFF2-40B4-BE49-F238E27FC236}">
                <a16:creationId xmlns:a16="http://schemas.microsoft.com/office/drawing/2014/main" id="{6F415EDD-F2AC-714B-8297-8040F0AA8A82}"/>
              </a:ext>
            </a:extLst>
          </p:cNvPr>
          <p:cNvSpPr>
            <a:spLocks noGrp="1"/>
          </p:cNvSpPr>
          <p:nvPr>
            <p:ph type="ftr" sz="quarter" idx="18"/>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C82A0A98-D9E9-CB62-8297-57F5244C647A}"/>
              </a:ext>
            </a:extLst>
          </p:cNvPr>
          <p:cNvSpPr>
            <a:spLocks noGrp="1"/>
          </p:cNvSpPr>
          <p:nvPr>
            <p:ph type="sldNum" sz="quarter" idx="4"/>
          </p:nvPr>
        </p:nvSpPr>
        <p:spPr/>
        <p:txBody>
          <a:bodyPr/>
          <a:lstStyle/>
          <a:p>
            <a:fld id="{86CB4B4D-7CA3-9044-876B-883B54F8677D}" type="slidenum">
              <a:rPr lang="en-US" smtClean="0"/>
              <a:pPr/>
              <a:t>3</a:t>
            </a:fld>
            <a:endParaRPr lang="en-US"/>
          </a:p>
        </p:txBody>
      </p:sp>
    </p:spTree>
    <p:extLst>
      <p:ext uri="{BB962C8B-B14F-4D97-AF65-F5344CB8AC3E}">
        <p14:creationId xmlns:p14="http://schemas.microsoft.com/office/powerpoint/2010/main" val="339319272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E2ECD-D6B6-A82A-9A6A-58DFF3F6DEBA}"/>
              </a:ext>
            </a:extLst>
          </p:cNvPr>
          <p:cNvSpPr>
            <a:spLocks noGrp="1"/>
          </p:cNvSpPr>
          <p:nvPr>
            <p:ph type="title"/>
          </p:nvPr>
        </p:nvSpPr>
        <p:spPr/>
        <p:txBody>
          <a:bodyPr/>
          <a:lstStyle/>
          <a:p>
            <a:r>
              <a:rPr lang="en-US" sz="4200" dirty="0"/>
              <a:t>Introduction to Agentic Engineering</a:t>
            </a:r>
          </a:p>
        </p:txBody>
      </p:sp>
      <p:sp>
        <p:nvSpPr>
          <p:cNvPr id="3" name="Footer Placeholder 2">
            <a:extLst>
              <a:ext uri="{FF2B5EF4-FFF2-40B4-BE49-F238E27FC236}">
                <a16:creationId xmlns:a16="http://schemas.microsoft.com/office/drawing/2014/main" id="{B6958D77-E539-B41A-CC80-6A2A881876B8}"/>
              </a:ext>
            </a:extLst>
          </p:cNvPr>
          <p:cNvSpPr>
            <a:spLocks noGrp="1"/>
          </p:cNvSpPr>
          <p:nvPr>
            <p:ph type="ftr" sz="quarter" idx="18"/>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610D70A2-4574-1695-9CB7-F70E84E5A768}"/>
              </a:ext>
            </a:extLst>
          </p:cNvPr>
          <p:cNvSpPr>
            <a:spLocks noGrp="1"/>
          </p:cNvSpPr>
          <p:nvPr>
            <p:ph type="sldNum" sz="quarter" idx="4"/>
          </p:nvPr>
        </p:nvSpPr>
        <p:spPr/>
        <p:txBody>
          <a:bodyPr/>
          <a:lstStyle/>
          <a:p>
            <a:fld id="{86CB4B4D-7CA3-9044-876B-883B54F8677D}" type="slidenum">
              <a:rPr lang="en-US" smtClean="0"/>
              <a:pPr/>
              <a:t>4</a:t>
            </a:fld>
            <a:endParaRPr lang="en-US"/>
          </a:p>
        </p:txBody>
      </p:sp>
    </p:spTree>
    <p:extLst>
      <p:ext uri="{BB962C8B-B14F-4D97-AF65-F5344CB8AC3E}">
        <p14:creationId xmlns:p14="http://schemas.microsoft.com/office/powerpoint/2010/main" val="104827951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36CD0-B7E0-2D2B-BCE6-599733D3F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1481E-928F-E776-1159-3CDDA4A01033}"/>
              </a:ext>
            </a:extLst>
          </p:cNvPr>
          <p:cNvSpPr>
            <a:spLocks noGrp="1"/>
          </p:cNvSpPr>
          <p:nvPr>
            <p:ph type="title"/>
          </p:nvPr>
        </p:nvSpPr>
        <p:spPr>
          <a:xfrm>
            <a:off x="287963" y="154800"/>
            <a:ext cx="11481301" cy="5723486"/>
          </a:xfrm>
        </p:spPr>
        <p:txBody>
          <a:bodyPr/>
          <a:lstStyle/>
          <a:p>
            <a:r>
              <a:rPr lang="en-US" dirty="0">
                <a:latin typeface="+mj-lt"/>
              </a:rPr>
              <a:t>STOP CODING SLOP</a:t>
            </a:r>
            <a:br>
              <a:rPr lang="en-US" dirty="0">
                <a:latin typeface="+mj-lt"/>
              </a:rPr>
            </a:br>
            <a:br>
              <a:rPr lang="en-US" dirty="0">
                <a:latin typeface="+mj-lt"/>
              </a:rPr>
            </a:br>
            <a:r>
              <a:rPr lang="en-US" b="1" u="sng" dirty="0">
                <a:latin typeface="+mj-lt"/>
              </a:rPr>
              <a:t>PLEASE</a:t>
            </a:r>
          </a:p>
        </p:txBody>
      </p:sp>
      <p:sp>
        <p:nvSpPr>
          <p:cNvPr id="3" name="Footer Placeholder 2">
            <a:extLst>
              <a:ext uri="{FF2B5EF4-FFF2-40B4-BE49-F238E27FC236}">
                <a16:creationId xmlns:a16="http://schemas.microsoft.com/office/drawing/2014/main" id="{2C61DA6C-D96E-300B-ED33-5B13712E2ABD}"/>
              </a:ext>
            </a:extLst>
          </p:cNvPr>
          <p:cNvSpPr>
            <a:spLocks noGrp="1"/>
          </p:cNvSpPr>
          <p:nvPr>
            <p:ph type="ftr" sz="quarter" idx="18"/>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193ED402-763A-532F-B85B-5FE06F7DC956}"/>
              </a:ext>
            </a:extLst>
          </p:cNvPr>
          <p:cNvSpPr>
            <a:spLocks noGrp="1"/>
          </p:cNvSpPr>
          <p:nvPr>
            <p:ph type="sldNum" sz="quarter" idx="4"/>
          </p:nvPr>
        </p:nvSpPr>
        <p:spPr/>
        <p:txBody>
          <a:bodyPr/>
          <a:lstStyle/>
          <a:p>
            <a:fld id="{86CB4B4D-7CA3-9044-876B-883B54F8677D}" type="slidenum">
              <a:rPr lang="en-US" smtClean="0"/>
              <a:pPr/>
              <a:t>5</a:t>
            </a:fld>
            <a:endParaRPr lang="en-US"/>
          </a:p>
        </p:txBody>
      </p:sp>
      <p:sp>
        <p:nvSpPr>
          <p:cNvPr id="5" name="Title 22">
            <a:extLst>
              <a:ext uri="{FF2B5EF4-FFF2-40B4-BE49-F238E27FC236}">
                <a16:creationId xmlns:a16="http://schemas.microsoft.com/office/drawing/2014/main" id="{E572281B-FCCD-34B2-2ECE-673DBB320DD9}"/>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Introduction to Agentic Engineering</a:t>
            </a:r>
          </a:p>
        </p:txBody>
      </p:sp>
      <p:pic>
        <p:nvPicPr>
          <p:cNvPr id="8" name="Graphic 7" descr="Stop with solid fill">
            <a:extLst>
              <a:ext uri="{FF2B5EF4-FFF2-40B4-BE49-F238E27FC236}">
                <a16:creationId xmlns:a16="http://schemas.microsoft.com/office/drawing/2014/main" id="{28E0BD24-C6F6-4898-30D6-5466139D6F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12727" y="1389730"/>
            <a:ext cx="3253626" cy="3253626"/>
          </a:xfrm>
          <a:prstGeom prst="rect">
            <a:avLst/>
          </a:prstGeom>
        </p:spPr>
      </p:pic>
      <p:pic>
        <p:nvPicPr>
          <p:cNvPr id="10" name="Graphic 9" descr="Raised hand with solid fill">
            <a:extLst>
              <a:ext uri="{FF2B5EF4-FFF2-40B4-BE49-F238E27FC236}">
                <a16:creationId xmlns:a16="http://schemas.microsoft.com/office/drawing/2014/main" id="{7A8DD563-053A-6832-01D9-5DA8919E3A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32839" y="2469951"/>
            <a:ext cx="3530688" cy="3530688"/>
          </a:xfrm>
          <a:prstGeom prst="rect">
            <a:avLst/>
          </a:prstGeom>
        </p:spPr>
      </p:pic>
    </p:spTree>
    <p:extLst>
      <p:ext uri="{BB962C8B-B14F-4D97-AF65-F5344CB8AC3E}">
        <p14:creationId xmlns:p14="http://schemas.microsoft.com/office/powerpoint/2010/main" val="375427768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D57A9-F6FA-7A84-FB12-B02C2469E69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BF3499B-0C7A-F6C1-5689-188996ECC214}"/>
              </a:ext>
            </a:extLst>
          </p:cNvPr>
          <p:cNvSpPr>
            <a:spLocks noGrp="1"/>
          </p:cNvSpPr>
          <p:nvPr>
            <p:ph type="ftr" sz="quarter" idx="18"/>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F893D6FE-7D1C-B203-2EA3-65F95827081E}"/>
              </a:ext>
            </a:extLst>
          </p:cNvPr>
          <p:cNvSpPr>
            <a:spLocks noGrp="1"/>
          </p:cNvSpPr>
          <p:nvPr>
            <p:ph type="sldNum" sz="quarter" idx="4"/>
          </p:nvPr>
        </p:nvSpPr>
        <p:spPr/>
        <p:txBody>
          <a:bodyPr/>
          <a:lstStyle/>
          <a:p>
            <a:fld id="{86CB4B4D-7CA3-9044-876B-883B54F8677D}" type="slidenum">
              <a:rPr lang="en-US" smtClean="0"/>
              <a:pPr/>
              <a:t>6</a:t>
            </a:fld>
            <a:endParaRPr lang="en-US"/>
          </a:p>
        </p:txBody>
      </p:sp>
      <p:sp>
        <p:nvSpPr>
          <p:cNvPr id="11" name="Text Placeholder 10">
            <a:extLst>
              <a:ext uri="{FF2B5EF4-FFF2-40B4-BE49-F238E27FC236}">
                <a16:creationId xmlns:a16="http://schemas.microsoft.com/office/drawing/2014/main" id="{0E1FE448-5EA3-9E5A-6EF0-AFB18973D823}"/>
              </a:ext>
            </a:extLst>
          </p:cNvPr>
          <p:cNvSpPr>
            <a:spLocks noGrp="1"/>
          </p:cNvSpPr>
          <p:nvPr>
            <p:ph type="body" sz="quarter" idx="19"/>
          </p:nvPr>
        </p:nvSpPr>
        <p:spPr>
          <a:xfrm>
            <a:off x="1516639" y="1344907"/>
            <a:ext cx="10387399" cy="4706757"/>
          </a:xfrm>
        </p:spPr>
        <p:txBody>
          <a:bodyPr anchor="ctr"/>
          <a:lstStyle/>
          <a:p>
            <a:r>
              <a:rPr lang="en-US" sz="3400" b="1" dirty="0">
                <a:solidFill>
                  <a:srgbClr val="D02670"/>
                </a:solidFill>
              </a:rPr>
              <a:t>PROJECT TRUST</a:t>
            </a:r>
            <a:r>
              <a:rPr lang="en-US" sz="3400" dirty="0"/>
              <a:t>: The trustworthiness of the</a:t>
            </a:r>
          </a:p>
          <a:p>
            <a:r>
              <a:rPr lang="en-US" sz="3400" dirty="0"/>
              <a:t>project being worked on</a:t>
            </a:r>
          </a:p>
          <a:p>
            <a:endParaRPr lang="en-US" sz="3400" dirty="0"/>
          </a:p>
          <a:p>
            <a:r>
              <a:rPr lang="en-US" sz="3400" b="1" dirty="0">
                <a:solidFill>
                  <a:srgbClr val="0043CE"/>
                </a:solidFill>
              </a:rPr>
              <a:t>HUMAN OWNERSHIP</a:t>
            </a:r>
            <a:r>
              <a:rPr lang="en-US" sz="3400" dirty="0"/>
              <a:t>: Your ability to</a:t>
            </a:r>
          </a:p>
          <a:p>
            <a:r>
              <a:rPr lang="en-US" sz="3400" dirty="0"/>
              <a:t>control the state of the project</a:t>
            </a:r>
          </a:p>
          <a:p>
            <a:endParaRPr lang="en-US" sz="3400" dirty="0"/>
          </a:p>
          <a:p>
            <a:r>
              <a:rPr lang="en-US" sz="3400" b="1" dirty="0">
                <a:solidFill>
                  <a:srgbClr val="F1C21B"/>
                </a:solidFill>
              </a:rPr>
              <a:t>AGENT AUTONOMY</a:t>
            </a:r>
            <a:r>
              <a:rPr lang="en-US" sz="3400" dirty="0"/>
              <a:t>: The agent’s ability to</a:t>
            </a:r>
          </a:p>
          <a:p>
            <a:r>
              <a:rPr lang="en-US" sz="3400" dirty="0"/>
              <a:t>make independent progress</a:t>
            </a:r>
            <a:endParaRPr lang="en-US" sz="3400" b="1" dirty="0">
              <a:solidFill>
                <a:srgbClr val="0043CE"/>
              </a:solidFill>
            </a:endParaRPr>
          </a:p>
        </p:txBody>
      </p:sp>
      <p:sp>
        <p:nvSpPr>
          <p:cNvPr id="10" name="Title 22">
            <a:extLst>
              <a:ext uri="{FF2B5EF4-FFF2-40B4-BE49-F238E27FC236}">
                <a16:creationId xmlns:a16="http://schemas.microsoft.com/office/drawing/2014/main" id="{3D979A24-54AF-DB04-0E8F-E116F673DCFB}"/>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Introduction to Agentic Engineering</a:t>
            </a:r>
          </a:p>
        </p:txBody>
      </p:sp>
      <p:sp>
        <p:nvSpPr>
          <p:cNvPr id="2" name="TextBox 1">
            <a:extLst>
              <a:ext uri="{FF2B5EF4-FFF2-40B4-BE49-F238E27FC236}">
                <a16:creationId xmlns:a16="http://schemas.microsoft.com/office/drawing/2014/main" id="{12B11E78-0F0F-2157-6EEC-44004FEF13C7}"/>
              </a:ext>
            </a:extLst>
          </p:cNvPr>
          <p:cNvSpPr txBox="1"/>
          <p:nvPr/>
        </p:nvSpPr>
        <p:spPr>
          <a:xfrm>
            <a:off x="1175657" y="914400"/>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6" name="Title 1">
            <a:extLst>
              <a:ext uri="{FF2B5EF4-FFF2-40B4-BE49-F238E27FC236}">
                <a16:creationId xmlns:a16="http://schemas.microsoft.com/office/drawing/2014/main" id="{668DEAFF-D410-122D-10B4-7ABCA358FE63}"/>
              </a:ext>
            </a:extLst>
          </p:cNvPr>
          <p:cNvSpPr txBox="1">
            <a:spLocks/>
          </p:cNvSpPr>
          <p:nvPr/>
        </p:nvSpPr>
        <p:spPr>
          <a:xfrm>
            <a:off x="287962" y="192024"/>
            <a:ext cx="8946189" cy="1331913"/>
          </a:xfrm>
          <a:prstGeom prst="rect">
            <a:avLst/>
          </a:prstGeom>
        </p:spPr>
        <p:txBody>
          <a:bodyPr/>
          <a:lst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r>
              <a:rPr lang="en-US" sz="3400" kern="0" dirty="0"/>
              <a:t>There are three main vectors by which to judge your agentic engineering process:</a:t>
            </a:r>
          </a:p>
        </p:txBody>
      </p:sp>
    </p:spTree>
    <p:extLst>
      <p:ext uri="{BB962C8B-B14F-4D97-AF65-F5344CB8AC3E}">
        <p14:creationId xmlns:p14="http://schemas.microsoft.com/office/powerpoint/2010/main" val="235806860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E2A72B8-C619-15BE-7F6A-ED391A111DF7}"/>
              </a:ext>
            </a:extLst>
          </p:cNvPr>
          <p:cNvSpPr>
            <a:spLocks noGrp="1"/>
          </p:cNvSpPr>
          <p:nvPr>
            <p:ph type="ftr" sz="quarter" idx="18"/>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28B42411-FFB0-3411-004D-DCC2807E9BD2}"/>
              </a:ext>
            </a:extLst>
          </p:cNvPr>
          <p:cNvSpPr>
            <a:spLocks noGrp="1"/>
          </p:cNvSpPr>
          <p:nvPr>
            <p:ph type="sldNum" sz="quarter" idx="4"/>
          </p:nvPr>
        </p:nvSpPr>
        <p:spPr/>
        <p:txBody>
          <a:bodyPr/>
          <a:lstStyle/>
          <a:p>
            <a:fld id="{86CB4B4D-7CA3-9044-876B-883B54F8677D}" type="slidenum">
              <a:rPr lang="en-US" smtClean="0"/>
              <a:pPr/>
              <a:t>7</a:t>
            </a:fld>
            <a:endParaRPr lang="en-US"/>
          </a:p>
        </p:txBody>
      </p:sp>
      <p:sp>
        <p:nvSpPr>
          <p:cNvPr id="11" name="Text Placeholder 10">
            <a:extLst>
              <a:ext uri="{FF2B5EF4-FFF2-40B4-BE49-F238E27FC236}">
                <a16:creationId xmlns:a16="http://schemas.microsoft.com/office/drawing/2014/main" id="{757F354D-0909-B1F0-90E1-9DF7E586AA8D}"/>
              </a:ext>
            </a:extLst>
          </p:cNvPr>
          <p:cNvSpPr>
            <a:spLocks noGrp="1"/>
          </p:cNvSpPr>
          <p:nvPr>
            <p:ph type="body" sz="quarter" idx="19"/>
          </p:nvPr>
        </p:nvSpPr>
        <p:spPr>
          <a:xfrm>
            <a:off x="287963" y="154800"/>
            <a:ext cx="11616737" cy="5178133"/>
          </a:xfrm>
        </p:spPr>
        <p:txBody>
          <a:bodyPr anchor="ctr"/>
          <a:lstStyle/>
          <a:p>
            <a:pPr algn="ctr"/>
            <a:r>
              <a:rPr lang="en-US" sz="3200" dirty="0"/>
              <a:t>Your goal:</a:t>
            </a:r>
          </a:p>
          <a:p>
            <a:pPr algn="ctr"/>
            <a:r>
              <a:rPr lang="en-US" sz="3200" dirty="0"/>
              <a:t>Maximize </a:t>
            </a:r>
            <a:r>
              <a:rPr lang="en-US" sz="3200" b="1" dirty="0">
                <a:solidFill>
                  <a:srgbClr val="F1C21B"/>
                </a:solidFill>
              </a:rPr>
              <a:t>autonomy</a:t>
            </a:r>
            <a:r>
              <a:rPr lang="en-US" sz="3200" dirty="0"/>
              <a:t> without sacrificing </a:t>
            </a:r>
            <a:r>
              <a:rPr lang="en-US" sz="3200" b="1" dirty="0">
                <a:solidFill>
                  <a:srgbClr val="D02670"/>
                </a:solidFill>
              </a:rPr>
              <a:t>trust</a:t>
            </a:r>
            <a:r>
              <a:rPr lang="en-US" sz="3200" dirty="0"/>
              <a:t> and </a:t>
            </a:r>
            <a:r>
              <a:rPr lang="en-US" sz="3200" b="1" dirty="0">
                <a:solidFill>
                  <a:srgbClr val="0043CE"/>
                </a:solidFill>
              </a:rPr>
              <a:t>ownership</a:t>
            </a:r>
          </a:p>
        </p:txBody>
      </p:sp>
      <p:sp>
        <p:nvSpPr>
          <p:cNvPr id="10" name="Title 22">
            <a:extLst>
              <a:ext uri="{FF2B5EF4-FFF2-40B4-BE49-F238E27FC236}">
                <a16:creationId xmlns:a16="http://schemas.microsoft.com/office/drawing/2014/main" id="{45441256-EB9F-5E0B-3510-A79B42DC9DB7}"/>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Introduction to Agentic Engineering</a:t>
            </a:r>
          </a:p>
        </p:txBody>
      </p:sp>
    </p:spTree>
    <p:extLst>
      <p:ext uri="{BB962C8B-B14F-4D97-AF65-F5344CB8AC3E}">
        <p14:creationId xmlns:p14="http://schemas.microsoft.com/office/powerpoint/2010/main" val="146791706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2440ED2-3D93-2B0C-350B-2CEB5C63B3CF}"/>
              </a:ext>
            </a:extLst>
          </p:cNvPr>
          <p:cNvSpPr>
            <a:spLocks noGrp="1"/>
          </p:cNvSpPr>
          <p:nvPr>
            <p:ph type="ftr" sz="quarter" idx="12"/>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B4A2BC9F-0A63-86CC-6430-27936B89AEDB}"/>
              </a:ext>
            </a:extLst>
          </p:cNvPr>
          <p:cNvSpPr>
            <a:spLocks noGrp="1"/>
          </p:cNvSpPr>
          <p:nvPr>
            <p:ph type="sldNum" sz="quarter" idx="4"/>
          </p:nvPr>
        </p:nvSpPr>
        <p:spPr/>
        <p:txBody>
          <a:bodyPr/>
          <a:lstStyle/>
          <a:p>
            <a:fld id="{86CB4B4D-7CA3-9044-876B-883B54F8677D}" type="slidenum">
              <a:rPr lang="en-US" smtClean="0"/>
              <a:pPr/>
              <a:t>8</a:t>
            </a:fld>
            <a:endParaRPr lang="en-US"/>
          </a:p>
        </p:txBody>
      </p:sp>
      <p:sp>
        <p:nvSpPr>
          <p:cNvPr id="5" name="Title 22">
            <a:extLst>
              <a:ext uri="{FF2B5EF4-FFF2-40B4-BE49-F238E27FC236}">
                <a16:creationId xmlns:a16="http://schemas.microsoft.com/office/drawing/2014/main" id="{DD2B7EF9-18D8-E3C0-503B-58A2C1871463}"/>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Introduction to Agentic Engineering</a:t>
            </a:r>
          </a:p>
        </p:txBody>
      </p:sp>
      <p:sp>
        <p:nvSpPr>
          <p:cNvPr id="52" name="Oval 51">
            <a:extLst>
              <a:ext uri="{FF2B5EF4-FFF2-40B4-BE49-F238E27FC236}">
                <a16:creationId xmlns:a16="http://schemas.microsoft.com/office/drawing/2014/main" id="{F349E3DB-1D96-B4FF-2FF2-47056899C1F2}"/>
              </a:ext>
            </a:extLst>
          </p:cNvPr>
          <p:cNvSpPr/>
          <p:nvPr/>
        </p:nvSpPr>
        <p:spPr bwMode="auto">
          <a:xfrm>
            <a:off x="3945935" y="2106413"/>
            <a:ext cx="3719110" cy="3719110"/>
          </a:xfrm>
          <a:prstGeom prst="ellipse">
            <a:avLst/>
          </a:prstGeom>
          <a:noFill/>
          <a:ln w="7620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3" name="Triangle 52">
            <a:extLst>
              <a:ext uri="{FF2B5EF4-FFF2-40B4-BE49-F238E27FC236}">
                <a16:creationId xmlns:a16="http://schemas.microsoft.com/office/drawing/2014/main" id="{63B73DE9-D79F-F16F-DA6A-0255B963757E}"/>
              </a:ext>
            </a:extLst>
          </p:cNvPr>
          <p:cNvSpPr/>
          <p:nvPr/>
        </p:nvSpPr>
        <p:spPr bwMode="auto">
          <a:xfrm rot="2675501">
            <a:off x="4176565" y="2427519"/>
            <a:ext cx="661067" cy="452212"/>
          </a:xfrm>
          <a:prstGeom prst="triangle">
            <a:avLst/>
          </a:prstGeom>
          <a:solidFill>
            <a:schemeClr val="tx1"/>
          </a:solid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4" name="Triangle 53">
            <a:extLst>
              <a:ext uri="{FF2B5EF4-FFF2-40B4-BE49-F238E27FC236}">
                <a16:creationId xmlns:a16="http://schemas.microsoft.com/office/drawing/2014/main" id="{55B72C85-8E80-CB19-6F65-DA0B87ECE772}"/>
              </a:ext>
            </a:extLst>
          </p:cNvPr>
          <p:cNvSpPr/>
          <p:nvPr/>
        </p:nvSpPr>
        <p:spPr bwMode="auto">
          <a:xfrm rot="9856918">
            <a:off x="7247815" y="3186525"/>
            <a:ext cx="661067" cy="452212"/>
          </a:xfrm>
          <a:prstGeom prst="triangle">
            <a:avLst/>
          </a:prstGeom>
          <a:solidFill>
            <a:schemeClr val="tx1"/>
          </a:solid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5" name="Triangle 54">
            <a:extLst>
              <a:ext uri="{FF2B5EF4-FFF2-40B4-BE49-F238E27FC236}">
                <a16:creationId xmlns:a16="http://schemas.microsoft.com/office/drawing/2014/main" id="{5A6A5D6D-D0BD-4150-4FA3-B888D0E263FF}"/>
              </a:ext>
            </a:extLst>
          </p:cNvPr>
          <p:cNvSpPr/>
          <p:nvPr/>
        </p:nvSpPr>
        <p:spPr bwMode="auto">
          <a:xfrm rot="17145831">
            <a:off x="5070612" y="5565294"/>
            <a:ext cx="661067" cy="452212"/>
          </a:xfrm>
          <a:prstGeom prst="triangle">
            <a:avLst/>
          </a:prstGeom>
          <a:solidFill>
            <a:schemeClr val="tx1"/>
          </a:solid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6" name="Rounded Rectangle 55">
            <a:extLst>
              <a:ext uri="{FF2B5EF4-FFF2-40B4-BE49-F238E27FC236}">
                <a16:creationId xmlns:a16="http://schemas.microsoft.com/office/drawing/2014/main" id="{189B5290-709B-E15B-CF22-BFD13AB1E93F}"/>
              </a:ext>
            </a:extLst>
          </p:cNvPr>
          <p:cNvSpPr/>
          <p:nvPr/>
        </p:nvSpPr>
        <p:spPr bwMode="auto">
          <a:xfrm>
            <a:off x="1310479" y="2913528"/>
            <a:ext cx="2168541" cy="1030943"/>
          </a:xfrm>
          <a:prstGeom prst="roundRect">
            <a:avLst/>
          </a:prstGeom>
          <a:noFill/>
          <a:ln w="76200">
            <a:solidFill>
              <a:schemeClr val="accent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61" name="Title 1">
            <a:extLst>
              <a:ext uri="{FF2B5EF4-FFF2-40B4-BE49-F238E27FC236}">
                <a16:creationId xmlns:a16="http://schemas.microsoft.com/office/drawing/2014/main" id="{6E46B564-9CAD-3040-E2D5-869D1FF3DB00}"/>
              </a:ext>
            </a:extLst>
          </p:cNvPr>
          <p:cNvSpPr>
            <a:spLocks noGrp="1"/>
          </p:cNvSpPr>
          <p:nvPr>
            <p:ph type="title"/>
          </p:nvPr>
        </p:nvSpPr>
        <p:spPr>
          <a:xfrm>
            <a:off x="1473532" y="3064108"/>
            <a:ext cx="1949171" cy="696356"/>
          </a:xfrm>
          <a:ln w="76200">
            <a:noFill/>
          </a:ln>
        </p:spPr>
        <p:txBody>
          <a:bodyPr/>
          <a:lstStyle/>
          <a:p>
            <a:r>
              <a:rPr lang="en-US" sz="4200" b="1" dirty="0">
                <a:solidFill>
                  <a:schemeClr val="accent2"/>
                </a:solidFill>
              </a:rPr>
              <a:t>PLAN</a:t>
            </a:r>
          </a:p>
        </p:txBody>
      </p:sp>
      <p:sp>
        <p:nvSpPr>
          <p:cNvPr id="62" name="Rounded Rectangle 61">
            <a:extLst>
              <a:ext uri="{FF2B5EF4-FFF2-40B4-BE49-F238E27FC236}">
                <a16:creationId xmlns:a16="http://schemas.microsoft.com/office/drawing/2014/main" id="{051B6309-9B3B-00A4-6C84-9D123B800937}"/>
              </a:ext>
            </a:extLst>
          </p:cNvPr>
          <p:cNvSpPr/>
          <p:nvPr/>
        </p:nvSpPr>
        <p:spPr bwMode="auto">
          <a:xfrm>
            <a:off x="7536675" y="1501476"/>
            <a:ext cx="3471538" cy="1030943"/>
          </a:xfrm>
          <a:prstGeom prst="roundRect">
            <a:avLst/>
          </a:prstGeom>
          <a:noFill/>
          <a:ln w="76200">
            <a:solidFill>
              <a:srgbClr val="F1C21B"/>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63" name="Title 1">
            <a:extLst>
              <a:ext uri="{FF2B5EF4-FFF2-40B4-BE49-F238E27FC236}">
                <a16:creationId xmlns:a16="http://schemas.microsoft.com/office/drawing/2014/main" id="{837D3FC5-E901-D621-9056-2A290215C6ED}"/>
              </a:ext>
            </a:extLst>
          </p:cNvPr>
          <p:cNvSpPr txBox="1">
            <a:spLocks/>
          </p:cNvSpPr>
          <p:nvPr/>
        </p:nvSpPr>
        <p:spPr>
          <a:xfrm>
            <a:off x="7699727" y="1652056"/>
            <a:ext cx="3120357" cy="696356"/>
          </a:xfrm>
          <a:prstGeom prst="rect">
            <a:avLst/>
          </a:prstGeom>
          <a:ln w="762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4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r>
              <a:rPr lang="en-US" sz="4200" b="1" kern="0" dirty="0">
                <a:solidFill>
                  <a:srgbClr val="F1C21B"/>
                </a:solidFill>
              </a:rPr>
              <a:t>IMPLEMENT</a:t>
            </a:r>
          </a:p>
        </p:txBody>
      </p:sp>
      <p:sp>
        <p:nvSpPr>
          <p:cNvPr id="64" name="Rounded Rectangle 63">
            <a:extLst>
              <a:ext uri="{FF2B5EF4-FFF2-40B4-BE49-F238E27FC236}">
                <a16:creationId xmlns:a16="http://schemas.microsoft.com/office/drawing/2014/main" id="{5DA9950A-8AD7-A085-5791-10F25FB5231B}"/>
              </a:ext>
            </a:extLst>
          </p:cNvPr>
          <p:cNvSpPr/>
          <p:nvPr/>
        </p:nvSpPr>
        <p:spPr bwMode="auto">
          <a:xfrm>
            <a:off x="7834458" y="4865860"/>
            <a:ext cx="2477765" cy="1030943"/>
          </a:xfrm>
          <a:prstGeom prst="roundRect">
            <a:avLst/>
          </a:prstGeom>
          <a:noFill/>
          <a:ln w="76200">
            <a:solidFill>
              <a:schemeClr val="accent4"/>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accent4"/>
              </a:solidFill>
              <a:effectLst/>
              <a:latin typeface="+mn-lt"/>
            </a:endParaRPr>
          </a:p>
        </p:txBody>
      </p:sp>
      <p:sp>
        <p:nvSpPr>
          <p:cNvPr id="65" name="Title 1">
            <a:extLst>
              <a:ext uri="{FF2B5EF4-FFF2-40B4-BE49-F238E27FC236}">
                <a16:creationId xmlns:a16="http://schemas.microsoft.com/office/drawing/2014/main" id="{27F9800B-5998-8D17-691E-3B5575F91D20}"/>
              </a:ext>
            </a:extLst>
          </p:cNvPr>
          <p:cNvSpPr txBox="1">
            <a:spLocks/>
          </p:cNvSpPr>
          <p:nvPr/>
        </p:nvSpPr>
        <p:spPr>
          <a:xfrm>
            <a:off x="7997511" y="5016440"/>
            <a:ext cx="2227114" cy="696356"/>
          </a:xfrm>
          <a:prstGeom prst="rect">
            <a:avLst/>
          </a:prstGeom>
          <a:ln w="762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4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r>
              <a:rPr lang="en-US" sz="4200" b="1" kern="0" dirty="0">
                <a:solidFill>
                  <a:schemeClr val="accent4"/>
                </a:solidFill>
              </a:rPr>
              <a:t>VERIFY</a:t>
            </a:r>
          </a:p>
        </p:txBody>
      </p:sp>
      <p:sp>
        <p:nvSpPr>
          <p:cNvPr id="66" name="Title 1">
            <a:extLst>
              <a:ext uri="{FF2B5EF4-FFF2-40B4-BE49-F238E27FC236}">
                <a16:creationId xmlns:a16="http://schemas.microsoft.com/office/drawing/2014/main" id="{D1C1F39A-B5CF-F767-FAC7-6F92EDD2252C}"/>
              </a:ext>
            </a:extLst>
          </p:cNvPr>
          <p:cNvSpPr txBox="1">
            <a:spLocks/>
          </p:cNvSpPr>
          <p:nvPr/>
        </p:nvSpPr>
        <p:spPr>
          <a:xfrm>
            <a:off x="287963" y="192024"/>
            <a:ext cx="5517527" cy="13319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4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r>
              <a:rPr lang="en-US" sz="4200" kern="0" dirty="0"/>
              <a:t>Basic Workflow of Spec Driven Development</a:t>
            </a:r>
          </a:p>
        </p:txBody>
      </p:sp>
    </p:spTree>
    <p:extLst>
      <p:ext uri="{BB962C8B-B14F-4D97-AF65-F5344CB8AC3E}">
        <p14:creationId xmlns:p14="http://schemas.microsoft.com/office/powerpoint/2010/main" val="93133379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09325-C49E-90A0-379C-A9B0F0E59F8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31E1D13-526A-68B0-9AAD-DD391B18D4EC}"/>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1745D29E-18B1-50A8-6E53-C27872859140}"/>
              </a:ext>
            </a:extLst>
          </p:cNvPr>
          <p:cNvSpPr>
            <a:spLocks noGrp="1"/>
          </p:cNvSpPr>
          <p:nvPr>
            <p:ph type="sldNum" sz="quarter" idx="4"/>
          </p:nvPr>
        </p:nvSpPr>
        <p:spPr/>
        <p:txBody>
          <a:bodyPr/>
          <a:lstStyle/>
          <a:p>
            <a:fld id="{86CB4B4D-7CA3-9044-876B-883B54F8677D}" type="slidenum">
              <a:rPr lang="en-US" smtClean="0"/>
              <a:pPr/>
              <a:t>9</a:t>
            </a:fld>
            <a:endParaRPr lang="en-US"/>
          </a:p>
        </p:txBody>
      </p:sp>
      <p:sp>
        <p:nvSpPr>
          <p:cNvPr id="4" name="Text Placeholder 3">
            <a:extLst>
              <a:ext uri="{FF2B5EF4-FFF2-40B4-BE49-F238E27FC236}">
                <a16:creationId xmlns:a16="http://schemas.microsoft.com/office/drawing/2014/main" id="{FB56383F-BD58-6759-F8B5-C7E835B2D882}"/>
              </a:ext>
            </a:extLst>
          </p:cNvPr>
          <p:cNvSpPr>
            <a:spLocks noGrp="1"/>
          </p:cNvSpPr>
          <p:nvPr>
            <p:ph type="body" sz="quarter" idx="19"/>
          </p:nvPr>
        </p:nvSpPr>
        <p:spPr/>
        <p:txBody>
          <a:bodyPr/>
          <a:lstStyle/>
          <a:p>
            <a:r>
              <a:rPr lang="en-US" dirty="0"/>
              <a:t>Module 0: Get to Know Your Tool</a:t>
            </a:r>
          </a:p>
        </p:txBody>
      </p:sp>
      <p:pic>
        <p:nvPicPr>
          <p:cNvPr id="6" name="Graphic 5">
            <a:extLst>
              <a:ext uri="{FF2B5EF4-FFF2-40B4-BE49-F238E27FC236}">
                <a16:creationId xmlns:a16="http://schemas.microsoft.com/office/drawing/2014/main" id="{9D576E1F-3685-F33E-3F9D-FC9D23178B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470" y="1732375"/>
            <a:ext cx="4531426" cy="4531426"/>
          </a:xfrm>
          <a:prstGeom prst="rect">
            <a:avLst/>
          </a:prstGeom>
        </p:spPr>
      </p:pic>
      <p:pic>
        <p:nvPicPr>
          <p:cNvPr id="7" name="Picture 6">
            <a:extLst>
              <a:ext uri="{FF2B5EF4-FFF2-40B4-BE49-F238E27FC236}">
                <a16:creationId xmlns:a16="http://schemas.microsoft.com/office/drawing/2014/main" id="{E49193F2-25AE-3119-F0A3-D170AC5658F8}"/>
              </a:ext>
            </a:extLst>
          </p:cNvPr>
          <p:cNvPicPr>
            <a:picLocks noChangeAspect="1"/>
          </p:cNvPicPr>
          <p:nvPr/>
        </p:nvPicPr>
        <p:blipFill>
          <a:blip r:embed="rId4"/>
          <a:stretch>
            <a:fillRect/>
          </a:stretch>
        </p:blipFill>
        <p:spPr>
          <a:xfrm>
            <a:off x="5222896" y="1380868"/>
            <a:ext cx="5761779" cy="4096264"/>
          </a:xfrm>
          <a:prstGeom prst="rect">
            <a:avLst/>
          </a:prstGeom>
        </p:spPr>
      </p:pic>
    </p:spTree>
    <p:extLst>
      <p:ext uri="{BB962C8B-B14F-4D97-AF65-F5344CB8AC3E}">
        <p14:creationId xmlns:p14="http://schemas.microsoft.com/office/powerpoint/2010/main" val="414705781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F39B2-76AB-978D-DDB0-0CEA5D437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1CEA8-2925-812F-F4C6-05DDFED9205B}"/>
              </a:ext>
            </a:extLst>
          </p:cNvPr>
          <p:cNvSpPr>
            <a:spLocks noGrp="1"/>
          </p:cNvSpPr>
          <p:nvPr>
            <p:ph type="title"/>
          </p:nvPr>
        </p:nvSpPr>
        <p:spPr/>
        <p:txBody>
          <a:bodyPr/>
          <a:lstStyle/>
          <a:p>
            <a:r>
              <a:rPr lang="en-US">
                <a:latin typeface="+mj-lt"/>
              </a:rPr>
              <a:t>IBM Bob IDE Walkthrough</a:t>
            </a:r>
          </a:p>
        </p:txBody>
      </p:sp>
      <p:sp>
        <p:nvSpPr>
          <p:cNvPr id="3" name="Footer Placeholder 2">
            <a:extLst>
              <a:ext uri="{FF2B5EF4-FFF2-40B4-BE49-F238E27FC236}">
                <a16:creationId xmlns:a16="http://schemas.microsoft.com/office/drawing/2014/main" id="{722FA16D-124A-3E34-6A5A-C7228B9DD55B}"/>
              </a:ext>
            </a:extLst>
          </p:cNvPr>
          <p:cNvSpPr>
            <a:spLocks noGrp="1"/>
          </p:cNvSpPr>
          <p:nvPr>
            <p:ph type="ftr" sz="quarter" idx="18"/>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508C64FB-006A-7803-779E-6AD91FC26218}"/>
              </a:ext>
            </a:extLst>
          </p:cNvPr>
          <p:cNvSpPr>
            <a:spLocks noGrp="1"/>
          </p:cNvSpPr>
          <p:nvPr>
            <p:ph type="sldNum" sz="quarter" idx="4"/>
          </p:nvPr>
        </p:nvSpPr>
        <p:spPr/>
        <p:txBody>
          <a:bodyPr/>
          <a:lstStyle/>
          <a:p>
            <a:fld id="{86CB4B4D-7CA3-9044-876B-883B54F8677D}" type="slidenum">
              <a:rPr lang="en-US" smtClean="0"/>
              <a:pPr/>
              <a:t>10</a:t>
            </a:fld>
            <a:endParaRPr lang="en-US"/>
          </a:p>
        </p:txBody>
      </p:sp>
      <p:sp>
        <p:nvSpPr>
          <p:cNvPr id="6" name="Title 22">
            <a:extLst>
              <a:ext uri="{FF2B5EF4-FFF2-40B4-BE49-F238E27FC236}">
                <a16:creationId xmlns:a16="http://schemas.microsoft.com/office/drawing/2014/main" id="{19689DD6-950C-A21A-7D27-11801ABCC78E}"/>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0: Get to Know Your Tool</a:t>
            </a:r>
          </a:p>
        </p:txBody>
      </p:sp>
    </p:spTree>
    <p:extLst>
      <p:ext uri="{BB962C8B-B14F-4D97-AF65-F5344CB8AC3E}">
        <p14:creationId xmlns:p14="http://schemas.microsoft.com/office/powerpoint/2010/main" val="54351520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00B9EB7-6DDD-0DC0-37FF-B67E3450855A}"/>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C9A76F47-BE9C-9AE1-A11C-CB93FE8E0CE3}"/>
              </a:ext>
            </a:extLst>
          </p:cNvPr>
          <p:cNvSpPr>
            <a:spLocks noGrp="1"/>
          </p:cNvSpPr>
          <p:nvPr>
            <p:ph type="sldNum" sz="quarter" idx="4"/>
          </p:nvPr>
        </p:nvSpPr>
        <p:spPr/>
        <p:txBody>
          <a:bodyPr/>
          <a:lstStyle/>
          <a:p>
            <a:fld id="{86CB4B4D-7CA3-9044-876B-883B54F8677D}" type="slidenum">
              <a:rPr lang="en-US" smtClean="0"/>
              <a:pPr/>
              <a:t>11</a:t>
            </a:fld>
            <a:endParaRPr lang="en-US"/>
          </a:p>
        </p:txBody>
      </p:sp>
      <p:sp>
        <p:nvSpPr>
          <p:cNvPr id="4" name="Text Placeholder 3">
            <a:extLst>
              <a:ext uri="{FF2B5EF4-FFF2-40B4-BE49-F238E27FC236}">
                <a16:creationId xmlns:a16="http://schemas.microsoft.com/office/drawing/2014/main" id="{72789B1D-686F-E1C5-D7FE-FB7D0EBD4DD3}"/>
              </a:ext>
            </a:extLst>
          </p:cNvPr>
          <p:cNvSpPr>
            <a:spLocks noGrp="1"/>
          </p:cNvSpPr>
          <p:nvPr>
            <p:ph type="body" sz="quarter" idx="19"/>
          </p:nvPr>
        </p:nvSpPr>
        <p:spPr/>
        <p:txBody>
          <a:bodyPr/>
          <a:lstStyle/>
          <a:p>
            <a:r>
              <a:rPr lang="en-US" dirty="0"/>
              <a:t>Module 1: Requirements Gathering and Spec Creation</a:t>
            </a:r>
          </a:p>
        </p:txBody>
      </p:sp>
    </p:spTree>
    <p:extLst>
      <p:ext uri="{BB962C8B-B14F-4D97-AF65-F5344CB8AC3E}">
        <p14:creationId xmlns:p14="http://schemas.microsoft.com/office/powerpoint/2010/main" val="302816286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03FCD-BB08-DFCF-A719-08ACB07AB0E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CD4140-185B-1255-7A9D-AE1FE414574E}"/>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CC2C952D-FF30-8777-86E3-0C6B6A6C7711}"/>
              </a:ext>
            </a:extLst>
          </p:cNvPr>
          <p:cNvSpPr>
            <a:spLocks noGrp="1"/>
          </p:cNvSpPr>
          <p:nvPr>
            <p:ph type="sldNum" sz="quarter" idx="4"/>
          </p:nvPr>
        </p:nvSpPr>
        <p:spPr/>
        <p:txBody>
          <a:bodyPr/>
          <a:lstStyle/>
          <a:p>
            <a:fld id="{86CB4B4D-7CA3-9044-876B-883B54F8677D}" type="slidenum">
              <a:rPr lang="en-US" smtClean="0"/>
              <a:pPr/>
              <a:t>12</a:t>
            </a:fld>
            <a:endParaRPr lang="en-US"/>
          </a:p>
        </p:txBody>
      </p:sp>
      <p:sp>
        <p:nvSpPr>
          <p:cNvPr id="11" name="Title 22">
            <a:extLst>
              <a:ext uri="{FF2B5EF4-FFF2-40B4-BE49-F238E27FC236}">
                <a16:creationId xmlns:a16="http://schemas.microsoft.com/office/drawing/2014/main" id="{21A6D01F-C2D1-97E8-B1B5-CD7A33EBB403}"/>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pic>
        <p:nvPicPr>
          <p:cNvPr id="10" name="Graphic 9" descr="Home with solid fill">
            <a:extLst>
              <a:ext uri="{FF2B5EF4-FFF2-40B4-BE49-F238E27FC236}">
                <a16:creationId xmlns:a16="http://schemas.microsoft.com/office/drawing/2014/main" id="{C664B754-1789-B82F-238E-E95DCF350B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24772" y="1260947"/>
            <a:ext cx="3787472" cy="3787472"/>
          </a:xfrm>
          <a:prstGeom prst="rect">
            <a:avLst/>
          </a:prstGeom>
        </p:spPr>
      </p:pic>
      <p:sp>
        <p:nvSpPr>
          <p:cNvPr id="12" name="Rectangle 11">
            <a:extLst>
              <a:ext uri="{FF2B5EF4-FFF2-40B4-BE49-F238E27FC236}">
                <a16:creationId xmlns:a16="http://schemas.microsoft.com/office/drawing/2014/main" id="{EF0566A2-19D5-62FC-3C90-CB8BD17C7C48}"/>
              </a:ext>
            </a:extLst>
          </p:cNvPr>
          <p:cNvSpPr/>
          <p:nvPr/>
        </p:nvSpPr>
        <p:spPr bwMode="auto">
          <a:xfrm>
            <a:off x="1897372" y="4710969"/>
            <a:ext cx="2408340" cy="318003"/>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grpSp>
        <p:nvGrpSpPr>
          <p:cNvPr id="14" name="Group 13">
            <a:extLst>
              <a:ext uri="{FF2B5EF4-FFF2-40B4-BE49-F238E27FC236}">
                <a16:creationId xmlns:a16="http://schemas.microsoft.com/office/drawing/2014/main" id="{25712F3E-C322-BD7E-B843-C568DEF1E3BE}"/>
              </a:ext>
            </a:extLst>
          </p:cNvPr>
          <p:cNvGrpSpPr/>
          <p:nvPr/>
        </p:nvGrpSpPr>
        <p:grpSpPr>
          <a:xfrm>
            <a:off x="1931304" y="4694614"/>
            <a:ext cx="2374408" cy="353805"/>
            <a:chOff x="4818362" y="5208164"/>
            <a:chExt cx="2374408" cy="353805"/>
          </a:xfrm>
        </p:grpSpPr>
        <p:pic>
          <p:nvPicPr>
            <p:cNvPr id="15" name="Graphic 14" descr="Broken Heart with solid fill">
              <a:extLst>
                <a:ext uri="{FF2B5EF4-FFF2-40B4-BE49-F238E27FC236}">
                  <a16:creationId xmlns:a16="http://schemas.microsoft.com/office/drawing/2014/main" id="{22DA0EAE-092A-A3C2-5E45-ACBD52284F4C}"/>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5411964" y="5208164"/>
              <a:ext cx="593602" cy="353805"/>
            </a:xfrm>
            <a:prstGeom prst="rect">
              <a:avLst/>
            </a:prstGeom>
          </p:spPr>
        </p:pic>
        <p:pic>
          <p:nvPicPr>
            <p:cNvPr id="20" name="Graphic 19" descr="Broken Heart with solid fill">
              <a:extLst>
                <a:ext uri="{FF2B5EF4-FFF2-40B4-BE49-F238E27FC236}">
                  <a16:creationId xmlns:a16="http://schemas.microsoft.com/office/drawing/2014/main" id="{C9258839-4885-FF49-1B48-0D5EB0C1D9E8}"/>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6005566" y="5208164"/>
              <a:ext cx="593602" cy="353805"/>
            </a:xfrm>
            <a:prstGeom prst="rect">
              <a:avLst/>
            </a:prstGeom>
          </p:spPr>
        </p:pic>
        <p:pic>
          <p:nvPicPr>
            <p:cNvPr id="23" name="Graphic 22" descr="Broken Heart with solid fill">
              <a:extLst>
                <a:ext uri="{FF2B5EF4-FFF2-40B4-BE49-F238E27FC236}">
                  <a16:creationId xmlns:a16="http://schemas.microsoft.com/office/drawing/2014/main" id="{872A35AB-C0EC-A46C-0A15-E01693E3E283}"/>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4818362" y="5208164"/>
              <a:ext cx="593602" cy="353805"/>
            </a:xfrm>
            <a:prstGeom prst="rect">
              <a:avLst/>
            </a:prstGeom>
          </p:spPr>
        </p:pic>
        <p:pic>
          <p:nvPicPr>
            <p:cNvPr id="24" name="Graphic 23" descr="Broken Heart with solid fill">
              <a:extLst>
                <a:ext uri="{FF2B5EF4-FFF2-40B4-BE49-F238E27FC236}">
                  <a16:creationId xmlns:a16="http://schemas.microsoft.com/office/drawing/2014/main" id="{CA18E46E-D71C-0017-CD52-D36E1976F802}"/>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6599168" y="5208164"/>
              <a:ext cx="593602" cy="353805"/>
            </a:xfrm>
            <a:prstGeom prst="rect">
              <a:avLst/>
            </a:prstGeom>
          </p:spPr>
        </p:pic>
      </p:grpSp>
    </p:spTree>
    <p:extLst>
      <p:ext uri="{BB962C8B-B14F-4D97-AF65-F5344CB8AC3E}">
        <p14:creationId xmlns:p14="http://schemas.microsoft.com/office/powerpoint/2010/main" val="392846611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58D35-12C9-E042-040D-8D02458DEE38}"/>
            </a:ext>
          </a:extLst>
        </p:cNvPr>
        <p:cNvGrpSpPr/>
        <p:nvPr/>
      </p:nvGrpSpPr>
      <p:grpSpPr>
        <a:xfrm>
          <a:off x="0" y="0"/>
          <a:ext cx="0" cy="0"/>
          <a:chOff x="0" y="0"/>
          <a:chExt cx="0" cy="0"/>
        </a:xfrm>
      </p:grpSpPr>
      <p:pic>
        <p:nvPicPr>
          <p:cNvPr id="10" name="Graphic 9" descr="Home with solid fill">
            <a:extLst>
              <a:ext uri="{FF2B5EF4-FFF2-40B4-BE49-F238E27FC236}">
                <a16:creationId xmlns:a16="http://schemas.microsoft.com/office/drawing/2014/main" id="{895C6B56-7196-32F1-DEA3-8D4DB34975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265175">
            <a:off x="1589382" y="1535263"/>
            <a:ext cx="3787472" cy="3787472"/>
          </a:xfrm>
          <a:prstGeom prst="rect">
            <a:avLst/>
          </a:prstGeom>
        </p:spPr>
      </p:pic>
      <p:sp>
        <p:nvSpPr>
          <p:cNvPr id="23" name="Rectangle 22">
            <a:extLst>
              <a:ext uri="{FF2B5EF4-FFF2-40B4-BE49-F238E27FC236}">
                <a16:creationId xmlns:a16="http://schemas.microsoft.com/office/drawing/2014/main" id="{A4B83D36-BF27-A211-81D3-217B09B267B7}"/>
              </a:ext>
            </a:extLst>
          </p:cNvPr>
          <p:cNvSpPr/>
          <p:nvPr/>
        </p:nvSpPr>
        <p:spPr bwMode="auto">
          <a:xfrm>
            <a:off x="1897372" y="4710969"/>
            <a:ext cx="2408340" cy="318003"/>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Footer Placeholder 1">
            <a:extLst>
              <a:ext uri="{FF2B5EF4-FFF2-40B4-BE49-F238E27FC236}">
                <a16:creationId xmlns:a16="http://schemas.microsoft.com/office/drawing/2014/main" id="{0E7CAAF9-8654-4B2B-B156-BBDBB5562D6C}"/>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24B8F21E-AF33-3EE3-9EEB-19266A58CC89}"/>
              </a:ext>
            </a:extLst>
          </p:cNvPr>
          <p:cNvSpPr>
            <a:spLocks noGrp="1"/>
          </p:cNvSpPr>
          <p:nvPr>
            <p:ph type="sldNum" sz="quarter" idx="4"/>
          </p:nvPr>
        </p:nvSpPr>
        <p:spPr/>
        <p:txBody>
          <a:bodyPr/>
          <a:lstStyle/>
          <a:p>
            <a:fld id="{86CB4B4D-7CA3-9044-876B-883B54F8677D}" type="slidenum">
              <a:rPr lang="en-US" smtClean="0"/>
              <a:pPr/>
              <a:t>13</a:t>
            </a:fld>
            <a:endParaRPr lang="en-US"/>
          </a:p>
        </p:txBody>
      </p:sp>
      <p:grpSp>
        <p:nvGrpSpPr>
          <p:cNvPr id="19" name="Group 18">
            <a:extLst>
              <a:ext uri="{FF2B5EF4-FFF2-40B4-BE49-F238E27FC236}">
                <a16:creationId xmlns:a16="http://schemas.microsoft.com/office/drawing/2014/main" id="{E34F5808-1CCE-A0F5-E157-D89236FF71BD}"/>
              </a:ext>
            </a:extLst>
          </p:cNvPr>
          <p:cNvGrpSpPr/>
          <p:nvPr/>
        </p:nvGrpSpPr>
        <p:grpSpPr>
          <a:xfrm>
            <a:off x="1931304" y="4694614"/>
            <a:ext cx="2374408" cy="353805"/>
            <a:chOff x="4818362" y="5208164"/>
            <a:chExt cx="2374408" cy="353805"/>
          </a:xfrm>
        </p:grpSpPr>
        <p:pic>
          <p:nvPicPr>
            <p:cNvPr id="13" name="Graphic 12" descr="Broken Heart with solid fill">
              <a:extLst>
                <a:ext uri="{FF2B5EF4-FFF2-40B4-BE49-F238E27FC236}">
                  <a16:creationId xmlns:a16="http://schemas.microsoft.com/office/drawing/2014/main" id="{3A00594E-BFF1-A1E4-104B-93969A181C5F}"/>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5411964" y="5208164"/>
              <a:ext cx="593602" cy="353805"/>
            </a:xfrm>
            <a:prstGeom prst="rect">
              <a:avLst/>
            </a:prstGeom>
          </p:spPr>
        </p:pic>
        <p:pic>
          <p:nvPicPr>
            <p:cNvPr id="16" name="Graphic 15" descr="Broken Heart with solid fill">
              <a:extLst>
                <a:ext uri="{FF2B5EF4-FFF2-40B4-BE49-F238E27FC236}">
                  <a16:creationId xmlns:a16="http://schemas.microsoft.com/office/drawing/2014/main" id="{C1B2BC03-F5C0-22D8-3A17-5EC2F711A53B}"/>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6005566" y="5208164"/>
              <a:ext cx="593602" cy="353805"/>
            </a:xfrm>
            <a:prstGeom prst="rect">
              <a:avLst/>
            </a:prstGeom>
          </p:spPr>
        </p:pic>
        <p:pic>
          <p:nvPicPr>
            <p:cNvPr id="17" name="Graphic 16" descr="Broken Heart with solid fill">
              <a:extLst>
                <a:ext uri="{FF2B5EF4-FFF2-40B4-BE49-F238E27FC236}">
                  <a16:creationId xmlns:a16="http://schemas.microsoft.com/office/drawing/2014/main" id="{47A147BE-A387-CAFC-7D73-F1E537E0FDCF}"/>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4818362" y="5208164"/>
              <a:ext cx="593602" cy="353805"/>
            </a:xfrm>
            <a:prstGeom prst="rect">
              <a:avLst/>
            </a:prstGeom>
          </p:spPr>
        </p:pic>
        <p:pic>
          <p:nvPicPr>
            <p:cNvPr id="18" name="Graphic 17" descr="Broken Heart with solid fill">
              <a:extLst>
                <a:ext uri="{FF2B5EF4-FFF2-40B4-BE49-F238E27FC236}">
                  <a16:creationId xmlns:a16="http://schemas.microsoft.com/office/drawing/2014/main" id="{980BC9CC-C121-AF2B-288E-B9A1801E5E3B}"/>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6599168" y="5208164"/>
              <a:ext cx="593602" cy="353805"/>
            </a:xfrm>
            <a:prstGeom prst="rect">
              <a:avLst/>
            </a:prstGeom>
          </p:spPr>
        </p:pic>
      </p:grpSp>
      <p:sp>
        <p:nvSpPr>
          <p:cNvPr id="4" name="Title 22">
            <a:extLst>
              <a:ext uri="{FF2B5EF4-FFF2-40B4-BE49-F238E27FC236}">
                <a16:creationId xmlns:a16="http://schemas.microsoft.com/office/drawing/2014/main" id="{536C1B8A-B9B2-3755-FFBA-AE3B0117F306}"/>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spTree>
    <p:extLst>
      <p:ext uri="{BB962C8B-B14F-4D97-AF65-F5344CB8AC3E}">
        <p14:creationId xmlns:p14="http://schemas.microsoft.com/office/powerpoint/2010/main" val="86724474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17980-1E24-7B77-8A79-234F64066DCB}"/>
            </a:ext>
          </a:extLst>
        </p:cNvPr>
        <p:cNvGrpSpPr/>
        <p:nvPr/>
      </p:nvGrpSpPr>
      <p:grpSpPr>
        <a:xfrm>
          <a:off x="0" y="0"/>
          <a:ext cx="0" cy="0"/>
          <a:chOff x="0" y="0"/>
          <a:chExt cx="0" cy="0"/>
        </a:xfrm>
      </p:grpSpPr>
      <p:pic>
        <p:nvPicPr>
          <p:cNvPr id="10" name="Graphic 9" descr="Home with solid fill">
            <a:extLst>
              <a:ext uri="{FF2B5EF4-FFF2-40B4-BE49-F238E27FC236}">
                <a16:creationId xmlns:a16="http://schemas.microsoft.com/office/drawing/2014/main" id="{12953062-BFEE-9CE9-3225-762A1CE07E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265175">
            <a:off x="1589382" y="1535263"/>
            <a:ext cx="3787472" cy="3787472"/>
          </a:xfrm>
          <a:prstGeom prst="rect">
            <a:avLst/>
          </a:prstGeom>
        </p:spPr>
      </p:pic>
      <p:sp>
        <p:nvSpPr>
          <p:cNvPr id="23" name="Rectangle 22">
            <a:extLst>
              <a:ext uri="{FF2B5EF4-FFF2-40B4-BE49-F238E27FC236}">
                <a16:creationId xmlns:a16="http://schemas.microsoft.com/office/drawing/2014/main" id="{42474F72-5355-9010-844F-9E43AD927B82}"/>
              </a:ext>
            </a:extLst>
          </p:cNvPr>
          <p:cNvSpPr/>
          <p:nvPr/>
        </p:nvSpPr>
        <p:spPr bwMode="auto">
          <a:xfrm>
            <a:off x="1897372" y="4710969"/>
            <a:ext cx="2408340" cy="318003"/>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Footer Placeholder 1">
            <a:extLst>
              <a:ext uri="{FF2B5EF4-FFF2-40B4-BE49-F238E27FC236}">
                <a16:creationId xmlns:a16="http://schemas.microsoft.com/office/drawing/2014/main" id="{318A1ABC-2DDD-9C9C-DA8C-08678309FEE7}"/>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4BBB01CA-F945-09EB-9264-CCF03291082B}"/>
              </a:ext>
            </a:extLst>
          </p:cNvPr>
          <p:cNvSpPr>
            <a:spLocks noGrp="1"/>
          </p:cNvSpPr>
          <p:nvPr>
            <p:ph type="sldNum" sz="quarter" idx="4"/>
          </p:nvPr>
        </p:nvSpPr>
        <p:spPr/>
        <p:txBody>
          <a:bodyPr/>
          <a:lstStyle/>
          <a:p>
            <a:fld id="{86CB4B4D-7CA3-9044-876B-883B54F8677D}" type="slidenum">
              <a:rPr lang="en-US" smtClean="0"/>
              <a:pPr/>
              <a:t>14</a:t>
            </a:fld>
            <a:endParaRPr lang="en-US"/>
          </a:p>
        </p:txBody>
      </p:sp>
      <p:grpSp>
        <p:nvGrpSpPr>
          <p:cNvPr id="19" name="Group 18">
            <a:extLst>
              <a:ext uri="{FF2B5EF4-FFF2-40B4-BE49-F238E27FC236}">
                <a16:creationId xmlns:a16="http://schemas.microsoft.com/office/drawing/2014/main" id="{C0423B79-C69C-44B6-1513-89D878854017}"/>
              </a:ext>
            </a:extLst>
          </p:cNvPr>
          <p:cNvGrpSpPr/>
          <p:nvPr/>
        </p:nvGrpSpPr>
        <p:grpSpPr>
          <a:xfrm>
            <a:off x="1931304" y="4694614"/>
            <a:ext cx="2374408" cy="353805"/>
            <a:chOff x="4818362" y="5208164"/>
            <a:chExt cx="2374408" cy="353805"/>
          </a:xfrm>
        </p:grpSpPr>
        <p:pic>
          <p:nvPicPr>
            <p:cNvPr id="13" name="Graphic 12" descr="Broken Heart with solid fill">
              <a:extLst>
                <a:ext uri="{FF2B5EF4-FFF2-40B4-BE49-F238E27FC236}">
                  <a16:creationId xmlns:a16="http://schemas.microsoft.com/office/drawing/2014/main" id="{BB579394-341C-E666-53CE-8C6BE4554BE8}"/>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5411964" y="5208164"/>
              <a:ext cx="593602" cy="353805"/>
            </a:xfrm>
            <a:prstGeom prst="rect">
              <a:avLst/>
            </a:prstGeom>
          </p:spPr>
        </p:pic>
        <p:pic>
          <p:nvPicPr>
            <p:cNvPr id="16" name="Graphic 15" descr="Broken Heart with solid fill">
              <a:extLst>
                <a:ext uri="{FF2B5EF4-FFF2-40B4-BE49-F238E27FC236}">
                  <a16:creationId xmlns:a16="http://schemas.microsoft.com/office/drawing/2014/main" id="{ED1443D8-8818-47D4-4AFB-9F80BAF1A2AD}"/>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6005566" y="5208164"/>
              <a:ext cx="593602" cy="353805"/>
            </a:xfrm>
            <a:prstGeom prst="rect">
              <a:avLst/>
            </a:prstGeom>
          </p:spPr>
        </p:pic>
        <p:pic>
          <p:nvPicPr>
            <p:cNvPr id="17" name="Graphic 16" descr="Broken Heart with solid fill">
              <a:extLst>
                <a:ext uri="{FF2B5EF4-FFF2-40B4-BE49-F238E27FC236}">
                  <a16:creationId xmlns:a16="http://schemas.microsoft.com/office/drawing/2014/main" id="{2F62D05F-5908-29B0-396B-4B5BD07C9887}"/>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4818362" y="5208164"/>
              <a:ext cx="593602" cy="353805"/>
            </a:xfrm>
            <a:prstGeom prst="rect">
              <a:avLst/>
            </a:prstGeom>
          </p:spPr>
        </p:pic>
        <p:pic>
          <p:nvPicPr>
            <p:cNvPr id="18" name="Graphic 17" descr="Broken Heart with solid fill">
              <a:extLst>
                <a:ext uri="{FF2B5EF4-FFF2-40B4-BE49-F238E27FC236}">
                  <a16:creationId xmlns:a16="http://schemas.microsoft.com/office/drawing/2014/main" id="{789ABCA4-BB7C-4C0E-6CC8-B35ED653ECBC}"/>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6599168" y="5208164"/>
              <a:ext cx="593602" cy="353805"/>
            </a:xfrm>
            <a:prstGeom prst="rect">
              <a:avLst/>
            </a:prstGeom>
          </p:spPr>
        </p:pic>
      </p:grpSp>
      <p:pic>
        <p:nvPicPr>
          <p:cNvPr id="21" name="Graphic 20" descr="Renovation (House With Sparkles) with solid fill">
            <a:extLst>
              <a:ext uri="{FF2B5EF4-FFF2-40B4-BE49-F238E27FC236}">
                <a16:creationId xmlns:a16="http://schemas.microsoft.com/office/drawing/2014/main" id="{7EFBA552-782E-80D1-3D83-6F746F83D3B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10024" y="1303616"/>
            <a:ext cx="3787472" cy="3787472"/>
          </a:xfrm>
          <a:prstGeom prst="rect">
            <a:avLst/>
          </a:prstGeom>
        </p:spPr>
      </p:pic>
      <p:sp>
        <p:nvSpPr>
          <p:cNvPr id="22" name="Rectangle 21">
            <a:extLst>
              <a:ext uri="{FF2B5EF4-FFF2-40B4-BE49-F238E27FC236}">
                <a16:creationId xmlns:a16="http://schemas.microsoft.com/office/drawing/2014/main" id="{7751374B-17E2-88DA-4F97-504E5C0FAC35}"/>
              </a:ext>
            </a:extLst>
          </p:cNvPr>
          <p:cNvSpPr/>
          <p:nvPr/>
        </p:nvSpPr>
        <p:spPr bwMode="auto">
          <a:xfrm>
            <a:off x="7899590" y="4675167"/>
            <a:ext cx="2408340" cy="353805"/>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7" name="Right Arrow 6">
            <a:extLst>
              <a:ext uri="{FF2B5EF4-FFF2-40B4-BE49-F238E27FC236}">
                <a16:creationId xmlns:a16="http://schemas.microsoft.com/office/drawing/2014/main" id="{9887ACEB-30D1-5D23-4084-CF758CA13C8F}"/>
              </a:ext>
            </a:extLst>
          </p:cNvPr>
          <p:cNvSpPr/>
          <p:nvPr/>
        </p:nvSpPr>
        <p:spPr bwMode="auto">
          <a:xfrm>
            <a:off x="5606796" y="3429000"/>
            <a:ext cx="978408" cy="484632"/>
          </a:xfrm>
          <a:prstGeom prst="rightArrow">
            <a:avLst/>
          </a:prstGeom>
          <a:solidFill>
            <a:schemeClr val="tx1"/>
          </a:solidFill>
          <a:ln w="1905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4" name="Title 22">
            <a:extLst>
              <a:ext uri="{FF2B5EF4-FFF2-40B4-BE49-F238E27FC236}">
                <a16:creationId xmlns:a16="http://schemas.microsoft.com/office/drawing/2014/main" id="{85B7A97A-4023-92F5-08C3-0531DE08353D}"/>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spTree>
    <p:extLst>
      <p:ext uri="{BB962C8B-B14F-4D97-AF65-F5344CB8AC3E}">
        <p14:creationId xmlns:p14="http://schemas.microsoft.com/office/powerpoint/2010/main" val="330154860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54708-A8D7-AAF9-3925-19F15EEEE18A}"/>
            </a:ext>
          </a:extLst>
        </p:cNvPr>
        <p:cNvGrpSpPr/>
        <p:nvPr/>
      </p:nvGrpSpPr>
      <p:grpSpPr>
        <a:xfrm>
          <a:off x="0" y="0"/>
          <a:ext cx="0" cy="0"/>
          <a:chOff x="0" y="0"/>
          <a:chExt cx="0" cy="0"/>
        </a:xfrm>
      </p:grpSpPr>
      <p:pic>
        <p:nvPicPr>
          <p:cNvPr id="10" name="Graphic 9" descr="Home with solid fill">
            <a:extLst>
              <a:ext uri="{FF2B5EF4-FFF2-40B4-BE49-F238E27FC236}">
                <a16:creationId xmlns:a16="http://schemas.microsoft.com/office/drawing/2014/main" id="{ACEF624D-809A-9FBC-3593-B891FF0742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265175">
            <a:off x="1589382" y="1535263"/>
            <a:ext cx="3787472" cy="3787472"/>
          </a:xfrm>
          <a:prstGeom prst="rect">
            <a:avLst/>
          </a:prstGeom>
        </p:spPr>
      </p:pic>
      <p:sp>
        <p:nvSpPr>
          <p:cNvPr id="23" name="Rectangle 22">
            <a:extLst>
              <a:ext uri="{FF2B5EF4-FFF2-40B4-BE49-F238E27FC236}">
                <a16:creationId xmlns:a16="http://schemas.microsoft.com/office/drawing/2014/main" id="{5735D10E-FCAC-FACD-9C9C-AD203836397F}"/>
              </a:ext>
            </a:extLst>
          </p:cNvPr>
          <p:cNvSpPr/>
          <p:nvPr/>
        </p:nvSpPr>
        <p:spPr bwMode="auto">
          <a:xfrm>
            <a:off x="1897372" y="4710969"/>
            <a:ext cx="2408340" cy="318003"/>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Footer Placeholder 1">
            <a:extLst>
              <a:ext uri="{FF2B5EF4-FFF2-40B4-BE49-F238E27FC236}">
                <a16:creationId xmlns:a16="http://schemas.microsoft.com/office/drawing/2014/main" id="{2574DFDE-2EB2-88A7-FE67-9516A611079F}"/>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1930F320-7F27-9264-A17E-78A4A36D0F2D}"/>
              </a:ext>
            </a:extLst>
          </p:cNvPr>
          <p:cNvSpPr>
            <a:spLocks noGrp="1"/>
          </p:cNvSpPr>
          <p:nvPr>
            <p:ph type="sldNum" sz="quarter" idx="4"/>
          </p:nvPr>
        </p:nvSpPr>
        <p:spPr/>
        <p:txBody>
          <a:bodyPr/>
          <a:lstStyle/>
          <a:p>
            <a:fld id="{86CB4B4D-7CA3-9044-876B-883B54F8677D}" type="slidenum">
              <a:rPr lang="en-US" smtClean="0"/>
              <a:pPr/>
              <a:t>15</a:t>
            </a:fld>
            <a:endParaRPr lang="en-US"/>
          </a:p>
        </p:txBody>
      </p:sp>
      <p:grpSp>
        <p:nvGrpSpPr>
          <p:cNvPr id="19" name="Group 18">
            <a:extLst>
              <a:ext uri="{FF2B5EF4-FFF2-40B4-BE49-F238E27FC236}">
                <a16:creationId xmlns:a16="http://schemas.microsoft.com/office/drawing/2014/main" id="{8FC2EB86-3CAA-9D88-D081-820FEF9E9B1E}"/>
              </a:ext>
            </a:extLst>
          </p:cNvPr>
          <p:cNvGrpSpPr/>
          <p:nvPr/>
        </p:nvGrpSpPr>
        <p:grpSpPr>
          <a:xfrm>
            <a:off x="1931304" y="4694614"/>
            <a:ext cx="2374408" cy="353805"/>
            <a:chOff x="4818362" y="5208164"/>
            <a:chExt cx="2374408" cy="353805"/>
          </a:xfrm>
        </p:grpSpPr>
        <p:pic>
          <p:nvPicPr>
            <p:cNvPr id="13" name="Graphic 12" descr="Broken Heart with solid fill">
              <a:extLst>
                <a:ext uri="{FF2B5EF4-FFF2-40B4-BE49-F238E27FC236}">
                  <a16:creationId xmlns:a16="http://schemas.microsoft.com/office/drawing/2014/main" id="{6206FCFB-DB01-D56A-146F-D4A305270507}"/>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5411964" y="5208164"/>
              <a:ext cx="593602" cy="353805"/>
            </a:xfrm>
            <a:prstGeom prst="rect">
              <a:avLst/>
            </a:prstGeom>
          </p:spPr>
        </p:pic>
        <p:pic>
          <p:nvPicPr>
            <p:cNvPr id="16" name="Graphic 15" descr="Broken Heart with solid fill">
              <a:extLst>
                <a:ext uri="{FF2B5EF4-FFF2-40B4-BE49-F238E27FC236}">
                  <a16:creationId xmlns:a16="http://schemas.microsoft.com/office/drawing/2014/main" id="{AA6CDB27-7FCD-D2C3-071A-A293D02EA82C}"/>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6005566" y="5208164"/>
              <a:ext cx="593602" cy="353805"/>
            </a:xfrm>
            <a:prstGeom prst="rect">
              <a:avLst/>
            </a:prstGeom>
          </p:spPr>
        </p:pic>
        <p:pic>
          <p:nvPicPr>
            <p:cNvPr id="17" name="Graphic 16" descr="Broken Heart with solid fill">
              <a:extLst>
                <a:ext uri="{FF2B5EF4-FFF2-40B4-BE49-F238E27FC236}">
                  <a16:creationId xmlns:a16="http://schemas.microsoft.com/office/drawing/2014/main" id="{6750106B-5BD7-EA93-B090-05100A30F1E1}"/>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4818362" y="5208164"/>
              <a:ext cx="593602" cy="353805"/>
            </a:xfrm>
            <a:prstGeom prst="rect">
              <a:avLst/>
            </a:prstGeom>
          </p:spPr>
        </p:pic>
        <p:pic>
          <p:nvPicPr>
            <p:cNvPr id="18" name="Graphic 17" descr="Broken Heart with solid fill">
              <a:extLst>
                <a:ext uri="{FF2B5EF4-FFF2-40B4-BE49-F238E27FC236}">
                  <a16:creationId xmlns:a16="http://schemas.microsoft.com/office/drawing/2014/main" id="{548427D7-282A-3435-955E-4DCFA10B22CD}"/>
                </a:ext>
              </a:extLst>
            </p:cNvPr>
            <p:cNvPicPr>
              <a:picLocks noChangeAspect="1"/>
            </p:cNvPicPr>
            <p:nvPr/>
          </p:nvPicPr>
          <p:blipFill>
            <a:blip>
              <a:extLst>
                <a:ext uri="{96DAC541-7B7A-43D3-8B79-37D633B846F1}">
                  <asvg:svgBlip xmlns:asvg="http://schemas.microsoft.com/office/drawing/2016/SVG/main" r:embed="rId4"/>
                </a:ext>
              </a:extLst>
            </a:blip>
            <a:srcRect l="26784" t="22516" r="23951" b="50590"/>
            <a:stretch>
              <a:fillRect/>
            </a:stretch>
          </p:blipFill>
          <p:spPr>
            <a:xfrm>
              <a:off x="6599168" y="5208164"/>
              <a:ext cx="593602" cy="353805"/>
            </a:xfrm>
            <a:prstGeom prst="rect">
              <a:avLst/>
            </a:prstGeom>
          </p:spPr>
        </p:pic>
      </p:grpSp>
      <p:pic>
        <p:nvPicPr>
          <p:cNvPr id="21" name="Graphic 20" descr="Renovation (House With Sparkles) with solid fill">
            <a:extLst>
              <a:ext uri="{FF2B5EF4-FFF2-40B4-BE49-F238E27FC236}">
                <a16:creationId xmlns:a16="http://schemas.microsoft.com/office/drawing/2014/main" id="{2D521D23-A06D-3DD5-5E22-589F8CD363A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10024" y="1303616"/>
            <a:ext cx="3787472" cy="3787472"/>
          </a:xfrm>
          <a:prstGeom prst="rect">
            <a:avLst/>
          </a:prstGeom>
        </p:spPr>
      </p:pic>
      <p:sp>
        <p:nvSpPr>
          <p:cNvPr id="22" name="Rectangle 21">
            <a:extLst>
              <a:ext uri="{FF2B5EF4-FFF2-40B4-BE49-F238E27FC236}">
                <a16:creationId xmlns:a16="http://schemas.microsoft.com/office/drawing/2014/main" id="{61A6B5F3-0C39-7F2C-3536-D0430666BD5B}"/>
              </a:ext>
            </a:extLst>
          </p:cNvPr>
          <p:cNvSpPr/>
          <p:nvPr/>
        </p:nvSpPr>
        <p:spPr bwMode="auto">
          <a:xfrm>
            <a:off x="7899590" y="4675167"/>
            <a:ext cx="2408340" cy="353805"/>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7" name="Right Arrow 6">
            <a:extLst>
              <a:ext uri="{FF2B5EF4-FFF2-40B4-BE49-F238E27FC236}">
                <a16:creationId xmlns:a16="http://schemas.microsoft.com/office/drawing/2014/main" id="{5FEB0F4B-A32E-5A91-CD60-3238C3CB90C1}"/>
              </a:ext>
            </a:extLst>
          </p:cNvPr>
          <p:cNvSpPr/>
          <p:nvPr/>
        </p:nvSpPr>
        <p:spPr bwMode="auto">
          <a:xfrm>
            <a:off x="5606796" y="3429000"/>
            <a:ext cx="978408" cy="484632"/>
          </a:xfrm>
          <a:prstGeom prst="rightArrow">
            <a:avLst/>
          </a:prstGeom>
          <a:solidFill>
            <a:schemeClr val="tx1"/>
          </a:solidFill>
          <a:ln w="1905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4" name="TextBox 3">
            <a:extLst>
              <a:ext uri="{FF2B5EF4-FFF2-40B4-BE49-F238E27FC236}">
                <a16:creationId xmlns:a16="http://schemas.microsoft.com/office/drawing/2014/main" id="{0683DF7F-12EA-DD00-6427-ED98DD1448D6}"/>
              </a:ext>
            </a:extLst>
          </p:cNvPr>
          <p:cNvSpPr txBox="1"/>
          <p:nvPr/>
        </p:nvSpPr>
        <p:spPr>
          <a:xfrm>
            <a:off x="7469623" y="5209058"/>
            <a:ext cx="3194672" cy="48463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algn="l" defTabSz="2438400">
              <a:spcBef>
                <a:spcPts val="2900"/>
              </a:spcBef>
              <a:buSzPct val="100000"/>
            </a:pPr>
            <a:r>
              <a:rPr lang="en-US" sz="2000" b="1" kern="0">
                <a:ea typeface="+mj-ea"/>
                <a:cs typeface="+mj-cs"/>
                <a:sym typeface="IBM Plex Sans Light"/>
              </a:rPr>
              <a:t>Your requirements!</a:t>
            </a:r>
          </a:p>
        </p:txBody>
      </p:sp>
      <p:sp>
        <p:nvSpPr>
          <p:cNvPr id="20" name="Circular Arrow 19">
            <a:extLst>
              <a:ext uri="{FF2B5EF4-FFF2-40B4-BE49-F238E27FC236}">
                <a16:creationId xmlns:a16="http://schemas.microsoft.com/office/drawing/2014/main" id="{59EADD2C-BF4E-7C59-01D7-7AB025AC6C42}"/>
              </a:ext>
            </a:extLst>
          </p:cNvPr>
          <p:cNvSpPr/>
          <p:nvPr/>
        </p:nvSpPr>
        <p:spPr bwMode="auto">
          <a:xfrm flipV="1">
            <a:off x="9497816" y="4853203"/>
            <a:ext cx="596543" cy="595071"/>
          </a:xfrm>
          <a:prstGeom prst="circularArrow">
            <a:avLst>
              <a:gd name="adj1" fmla="val 3236"/>
              <a:gd name="adj2" fmla="val 492534"/>
              <a:gd name="adj3" fmla="val 20978397"/>
              <a:gd name="adj4" fmla="val 15271440"/>
              <a:gd name="adj5" fmla="val 5058"/>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5" name="Title 22">
            <a:extLst>
              <a:ext uri="{FF2B5EF4-FFF2-40B4-BE49-F238E27FC236}">
                <a16:creationId xmlns:a16="http://schemas.microsoft.com/office/drawing/2014/main" id="{3F92BF54-7EE1-B612-53BB-CAEB32608916}"/>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spTree>
    <p:extLst>
      <p:ext uri="{BB962C8B-B14F-4D97-AF65-F5344CB8AC3E}">
        <p14:creationId xmlns:p14="http://schemas.microsoft.com/office/powerpoint/2010/main" val="92580888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4588A-0C6D-009E-B453-2F359E5301E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D8762C8-FD3C-1BBB-D931-2FED4D8CEB16}"/>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846314A6-2D62-3AAC-5E92-7ABBB8867F95}"/>
              </a:ext>
            </a:extLst>
          </p:cNvPr>
          <p:cNvSpPr>
            <a:spLocks noGrp="1"/>
          </p:cNvSpPr>
          <p:nvPr>
            <p:ph type="sldNum" sz="quarter" idx="4"/>
          </p:nvPr>
        </p:nvSpPr>
        <p:spPr/>
        <p:txBody>
          <a:bodyPr/>
          <a:lstStyle/>
          <a:p>
            <a:fld id="{86CB4B4D-7CA3-9044-876B-883B54F8677D}" type="slidenum">
              <a:rPr lang="en-US" smtClean="0"/>
              <a:pPr/>
              <a:t>16</a:t>
            </a:fld>
            <a:endParaRPr lang="en-US"/>
          </a:p>
        </p:txBody>
      </p:sp>
      <p:sp>
        <p:nvSpPr>
          <p:cNvPr id="4" name="Text Placeholder 3">
            <a:extLst>
              <a:ext uri="{FF2B5EF4-FFF2-40B4-BE49-F238E27FC236}">
                <a16:creationId xmlns:a16="http://schemas.microsoft.com/office/drawing/2014/main" id="{87D83F31-C918-2EFF-50E5-BD1FB9218A76}"/>
              </a:ext>
            </a:extLst>
          </p:cNvPr>
          <p:cNvSpPr>
            <a:spLocks noGrp="1"/>
          </p:cNvSpPr>
          <p:nvPr>
            <p:ph type="body" sz="quarter" idx="19"/>
          </p:nvPr>
        </p:nvSpPr>
        <p:spPr>
          <a:xfrm>
            <a:off x="287963" y="154800"/>
            <a:ext cx="11481301" cy="6103496"/>
          </a:xfrm>
        </p:spPr>
        <p:txBody>
          <a:bodyPr/>
          <a:lstStyle/>
          <a:p>
            <a:r>
              <a:rPr lang="en-US" dirty="0"/>
              <a:t>Requirements should be…</a:t>
            </a:r>
          </a:p>
          <a:p>
            <a:endParaRPr lang="en-US" dirty="0"/>
          </a:p>
          <a:p>
            <a:pPr marL="571500" indent="-571500">
              <a:buFont typeface="Arial" panose="020B0604020202020204" pitchFamily="34" charset="0"/>
              <a:buChar char="•"/>
            </a:pPr>
            <a:r>
              <a:rPr lang="en-US" dirty="0"/>
              <a:t>unambiguous</a:t>
            </a:r>
          </a:p>
          <a:p>
            <a:pPr marL="571500" indent="-571500">
              <a:buFont typeface="Arial" panose="020B0604020202020204" pitchFamily="34" charset="0"/>
              <a:buChar char="•"/>
            </a:pPr>
            <a:r>
              <a:rPr lang="en-US" dirty="0"/>
              <a:t>testable</a:t>
            </a:r>
          </a:p>
          <a:p>
            <a:pPr marL="571500" indent="-571500">
              <a:buFont typeface="Arial" panose="020B0604020202020204" pitchFamily="34" charset="0"/>
              <a:buChar char="•"/>
            </a:pPr>
            <a:r>
              <a:rPr lang="en-US" dirty="0"/>
              <a:t>traceable and necessary</a:t>
            </a:r>
          </a:p>
          <a:p>
            <a:pPr marL="571500" indent="-571500">
              <a:buFont typeface="Arial" panose="020B0604020202020204" pitchFamily="34" charset="0"/>
              <a:buChar char="•"/>
            </a:pPr>
            <a:endParaRPr lang="en-US" dirty="0"/>
          </a:p>
          <a:p>
            <a:r>
              <a:rPr lang="en-US" i="1" dirty="0"/>
              <a:t>“The account list page must display the first page of results (up to 50 accounts) within 2 seconds.”</a:t>
            </a:r>
          </a:p>
        </p:txBody>
      </p:sp>
      <p:sp>
        <p:nvSpPr>
          <p:cNvPr id="5" name="Title 22">
            <a:extLst>
              <a:ext uri="{FF2B5EF4-FFF2-40B4-BE49-F238E27FC236}">
                <a16:creationId xmlns:a16="http://schemas.microsoft.com/office/drawing/2014/main" id="{B0CAD599-B3AA-BAA5-D235-45BC1D10750C}"/>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spTree>
    <p:extLst>
      <p:ext uri="{BB962C8B-B14F-4D97-AF65-F5344CB8AC3E}">
        <p14:creationId xmlns:p14="http://schemas.microsoft.com/office/powerpoint/2010/main" val="230357177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381693A-E351-AB1E-703C-32454231FC0C}"/>
              </a:ext>
            </a:extLst>
          </p:cNvPr>
          <p:cNvSpPr>
            <a:spLocks noGrp="1"/>
          </p:cNvSpPr>
          <p:nvPr>
            <p:ph type="ftr" sz="quarter" idx="12"/>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38CF1EDC-DCCD-70FD-8FE3-E05D08068525}"/>
              </a:ext>
            </a:extLst>
          </p:cNvPr>
          <p:cNvSpPr>
            <a:spLocks noGrp="1"/>
          </p:cNvSpPr>
          <p:nvPr>
            <p:ph type="sldNum" sz="quarter" idx="4"/>
          </p:nvPr>
        </p:nvSpPr>
        <p:spPr/>
        <p:txBody>
          <a:bodyPr/>
          <a:lstStyle/>
          <a:p>
            <a:fld id="{86CB4B4D-7CA3-9044-876B-883B54F8677D}" type="slidenum">
              <a:rPr lang="en-US" smtClean="0"/>
              <a:pPr/>
              <a:t>17</a:t>
            </a:fld>
            <a:endParaRPr lang="en-US"/>
          </a:p>
        </p:txBody>
      </p:sp>
      <p:pic>
        <p:nvPicPr>
          <p:cNvPr id="6" name="Graphic 5" descr="Map with pin with solid fill">
            <a:extLst>
              <a:ext uri="{FF2B5EF4-FFF2-40B4-BE49-F238E27FC236}">
                <a16:creationId xmlns:a16="http://schemas.microsoft.com/office/drawing/2014/main" id="{5FFFFC8B-FB11-EDB1-FCFF-D12D091B64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40079" y="0"/>
            <a:ext cx="6111842" cy="6111842"/>
          </a:xfrm>
          <a:prstGeom prst="rect">
            <a:avLst/>
          </a:prstGeom>
        </p:spPr>
      </p:pic>
      <p:sp>
        <p:nvSpPr>
          <p:cNvPr id="9" name="TextBox 8">
            <a:extLst>
              <a:ext uri="{FF2B5EF4-FFF2-40B4-BE49-F238E27FC236}">
                <a16:creationId xmlns:a16="http://schemas.microsoft.com/office/drawing/2014/main" id="{8F00530F-1860-2D54-B0FB-3B57DDAF5A46}"/>
              </a:ext>
            </a:extLst>
          </p:cNvPr>
          <p:cNvSpPr txBox="1"/>
          <p:nvPr/>
        </p:nvSpPr>
        <p:spPr>
          <a:xfrm>
            <a:off x="6172200" y="805543"/>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2" name="Title 22">
            <a:extLst>
              <a:ext uri="{FF2B5EF4-FFF2-40B4-BE49-F238E27FC236}">
                <a16:creationId xmlns:a16="http://schemas.microsoft.com/office/drawing/2014/main" id="{E4A571DB-3FD8-B679-45BD-ACCCCD1F28A6}"/>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spTree>
    <p:extLst>
      <p:ext uri="{BB962C8B-B14F-4D97-AF65-F5344CB8AC3E}">
        <p14:creationId xmlns:p14="http://schemas.microsoft.com/office/powerpoint/2010/main" val="124218179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077EA-BB45-3552-F786-A2859CD26A2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1B12B9-62DB-0BE7-A140-F3DB9EACEF60}"/>
              </a:ext>
            </a:extLst>
          </p:cNvPr>
          <p:cNvSpPr>
            <a:spLocks noGrp="1"/>
          </p:cNvSpPr>
          <p:nvPr>
            <p:ph type="ftr" sz="quarter" idx="12"/>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58C8AEDD-BB02-31D7-4269-68243139DA31}"/>
              </a:ext>
            </a:extLst>
          </p:cNvPr>
          <p:cNvSpPr>
            <a:spLocks noGrp="1"/>
          </p:cNvSpPr>
          <p:nvPr>
            <p:ph type="sldNum" sz="quarter" idx="4"/>
          </p:nvPr>
        </p:nvSpPr>
        <p:spPr/>
        <p:txBody>
          <a:bodyPr/>
          <a:lstStyle/>
          <a:p>
            <a:fld id="{86CB4B4D-7CA3-9044-876B-883B54F8677D}" type="slidenum">
              <a:rPr lang="en-US" smtClean="0"/>
              <a:pPr/>
              <a:t>18</a:t>
            </a:fld>
            <a:endParaRPr lang="en-US"/>
          </a:p>
        </p:txBody>
      </p:sp>
      <p:pic>
        <p:nvPicPr>
          <p:cNvPr id="6" name="Graphic 5" descr="Map with pin with solid fill">
            <a:extLst>
              <a:ext uri="{FF2B5EF4-FFF2-40B4-BE49-F238E27FC236}">
                <a16:creationId xmlns:a16="http://schemas.microsoft.com/office/drawing/2014/main" id="{375BD8BC-EBBC-E28D-FF53-DD4BBD086E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40079" y="0"/>
            <a:ext cx="6111842" cy="6111842"/>
          </a:xfrm>
          <a:prstGeom prst="rect">
            <a:avLst/>
          </a:prstGeom>
        </p:spPr>
      </p:pic>
      <p:sp>
        <p:nvSpPr>
          <p:cNvPr id="7" name="TextBox 6">
            <a:extLst>
              <a:ext uri="{FF2B5EF4-FFF2-40B4-BE49-F238E27FC236}">
                <a16:creationId xmlns:a16="http://schemas.microsoft.com/office/drawing/2014/main" id="{BDAEFEF0-C174-B915-606A-2D4BC5DA1FA4}"/>
              </a:ext>
            </a:extLst>
          </p:cNvPr>
          <p:cNvSpPr txBox="1"/>
          <p:nvPr/>
        </p:nvSpPr>
        <p:spPr>
          <a:xfrm>
            <a:off x="2092449" y="401923"/>
            <a:ext cx="3194672" cy="48463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algn="l" defTabSz="2438400">
              <a:spcBef>
                <a:spcPts val="2900"/>
              </a:spcBef>
              <a:buSzPct val="100000"/>
            </a:pPr>
            <a:r>
              <a:rPr lang="en-US" sz="3600" b="1" kern="0">
                <a:ea typeface="+mj-ea"/>
                <a:cs typeface="+mj-cs"/>
                <a:sym typeface="IBM Plex Sans Light"/>
              </a:rPr>
              <a:t>Validation Criteria</a:t>
            </a:r>
          </a:p>
        </p:txBody>
      </p:sp>
      <p:sp>
        <p:nvSpPr>
          <p:cNvPr id="8" name="Circular Arrow 7">
            <a:extLst>
              <a:ext uri="{FF2B5EF4-FFF2-40B4-BE49-F238E27FC236}">
                <a16:creationId xmlns:a16="http://schemas.microsoft.com/office/drawing/2014/main" id="{44AC664E-0BE3-BD6B-65FE-3E98FF090E00}"/>
              </a:ext>
            </a:extLst>
          </p:cNvPr>
          <p:cNvSpPr/>
          <p:nvPr/>
        </p:nvSpPr>
        <p:spPr bwMode="auto">
          <a:xfrm rot="20172967">
            <a:off x="5437488" y="598715"/>
            <a:ext cx="1317025" cy="1619724"/>
          </a:xfrm>
          <a:prstGeom prst="circularArrow">
            <a:avLst>
              <a:gd name="adj1" fmla="val 3236"/>
              <a:gd name="adj2" fmla="val 492534"/>
              <a:gd name="adj3" fmla="val 20978397"/>
              <a:gd name="adj4" fmla="val 16784354"/>
              <a:gd name="adj5" fmla="val 5058"/>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22">
            <a:extLst>
              <a:ext uri="{FF2B5EF4-FFF2-40B4-BE49-F238E27FC236}">
                <a16:creationId xmlns:a16="http://schemas.microsoft.com/office/drawing/2014/main" id="{344EE758-3E62-B414-C9D4-9E43B7FC2E1E}"/>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spTree>
    <p:extLst>
      <p:ext uri="{BB962C8B-B14F-4D97-AF65-F5344CB8AC3E}">
        <p14:creationId xmlns:p14="http://schemas.microsoft.com/office/powerpoint/2010/main" val="183610051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5B608-8DC8-D723-2BC8-FF5838A64CD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1A6A11F-4A7F-DAF1-48AB-C103E0BD7382}"/>
              </a:ext>
            </a:extLst>
          </p:cNvPr>
          <p:cNvSpPr>
            <a:spLocks noGrp="1"/>
          </p:cNvSpPr>
          <p:nvPr>
            <p:ph type="ftr" sz="quarter" idx="18"/>
          </p:nvPr>
        </p:nvSpPr>
        <p:spPr/>
        <p:txBody>
          <a:bodyPr/>
          <a:lstStyle/>
          <a:p>
            <a:r>
              <a:rPr lang="en-US" dirty="0"/>
              <a:t>Agentic Engineering in Practice</a:t>
            </a:r>
          </a:p>
        </p:txBody>
      </p:sp>
      <p:sp>
        <p:nvSpPr>
          <p:cNvPr id="3" name="Slide Number Placeholder 2">
            <a:extLst>
              <a:ext uri="{FF2B5EF4-FFF2-40B4-BE49-F238E27FC236}">
                <a16:creationId xmlns:a16="http://schemas.microsoft.com/office/drawing/2014/main" id="{294A2CC3-B294-70D0-D4E0-F50367B5293B}"/>
              </a:ext>
            </a:extLst>
          </p:cNvPr>
          <p:cNvSpPr>
            <a:spLocks noGrp="1"/>
          </p:cNvSpPr>
          <p:nvPr>
            <p:ph type="sldNum" sz="quarter" idx="4"/>
          </p:nvPr>
        </p:nvSpPr>
        <p:spPr/>
        <p:txBody>
          <a:bodyPr/>
          <a:lstStyle/>
          <a:p>
            <a:fld id="{86CB4B4D-7CA3-9044-876B-883B54F8677D}" type="slidenum">
              <a:rPr lang="en-US" smtClean="0"/>
              <a:pPr/>
              <a:t>19</a:t>
            </a:fld>
            <a:endParaRPr lang="en-US"/>
          </a:p>
        </p:txBody>
      </p:sp>
      <p:sp>
        <p:nvSpPr>
          <p:cNvPr id="4" name="Text Placeholder 3">
            <a:extLst>
              <a:ext uri="{FF2B5EF4-FFF2-40B4-BE49-F238E27FC236}">
                <a16:creationId xmlns:a16="http://schemas.microsoft.com/office/drawing/2014/main" id="{94F28C0C-EE76-F4BB-4CEA-299CFE85FB45}"/>
              </a:ext>
            </a:extLst>
          </p:cNvPr>
          <p:cNvSpPr>
            <a:spLocks noGrp="1"/>
          </p:cNvSpPr>
          <p:nvPr>
            <p:ph type="body" sz="quarter" idx="19"/>
          </p:nvPr>
        </p:nvSpPr>
        <p:spPr>
          <a:xfrm>
            <a:off x="287963" y="154800"/>
            <a:ext cx="11481301" cy="5178133"/>
          </a:xfrm>
        </p:spPr>
        <p:txBody>
          <a:bodyPr/>
          <a:lstStyle/>
          <a:p>
            <a:r>
              <a:rPr lang="en-US" dirty="0"/>
              <a:t>The Initial Prompt</a:t>
            </a:r>
          </a:p>
          <a:p>
            <a:endParaRPr lang="en-US" dirty="0"/>
          </a:p>
          <a:p>
            <a:endParaRPr lang="en-US" dirty="0"/>
          </a:p>
          <a:p>
            <a:r>
              <a:rPr lang="en-US" i="1" dirty="0"/>
              <a:t>"Using my requirements and notes, draft a phased implementation plan. Don't write code yet. The spec should include…"</a:t>
            </a:r>
          </a:p>
        </p:txBody>
      </p:sp>
      <p:sp>
        <p:nvSpPr>
          <p:cNvPr id="5" name="Title 22">
            <a:extLst>
              <a:ext uri="{FF2B5EF4-FFF2-40B4-BE49-F238E27FC236}">
                <a16:creationId xmlns:a16="http://schemas.microsoft.com/office/drawing/2014/main" id="{80BCAAB5-95B5-4CA5-FED1-7F508F68C130}"/>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spTree>
    <p:extLst>
      <p:ext uri="{BB962C8B-B14F-4D97-AF65-F5344CB8AC3E}">
        <p14:creationId xmlns:p14="http://schemas.microsoft.com/office/powerpoint/2010/main" val="161639698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48C54-9305-5509-C4BF-47DDCEDF61E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2D1CAB-728E-E605-10C7-100A43495B02}"/>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0A182846-397F-43C8-DC13-A0F0DF2813FB}"/>
              </a:ext>
            </a:extLst>
          </p:cNvPr>
          <p:cNvSpPr>
            <a:spLocks noGrp="1"/>
          </p:cNvSpPr>
          <p:nvPr>
            <p:ph type="sldNum" sz="quarter" idx="4"/>
          </p:nvPr>
        </p:nvSpPr>
        <p:spPr/>
        <p:txBody>
          <a:bodyPr/>
          <a:lstStyle/>
          <a:p>
            <a:fld id="{86CB4B4D-7CA3-9044-876B-883B54F8677D}" type="slidenum">
              <a:rPr lang="en-US" smtClean="0"/>
              <a:pPr/>
              <a:t>20</a:t>
            </a:fld>
            <a:endParaRPr lang="en-US"/>
          </a:p>
        </p:txBody>
      </p:sp>
      <p:pic>
        <p:nvPicPr>
          <p:cNvPr id="11" name="Graphic 10" descr="Paper outline">
            <a:extLst>
              <a:ext uri="{FF2B5EF4-FFF2-40B4-BE49-F238E27FC236}">
                <a16:creationId xmlns:a16="http://schemas.microsoft.com/office/drawing/2014/main" id="{9B51D563-2A8F-A33E-32EB-15F4662FD1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64101" y="1529025"/>
            <a:ext cx="4215750" cy="4215750"/>
          </a:xfrm>
          <a:prstGeom prst="rect">
            <a:avLst/>
          </a:prstGeom>
        </p:spPr>
      </p:pic>
      <p:sp>
        <p:nvSpPr>
          <p:cNvPr id="23" name="Oval 22">
            <a:extLst>
              <a:ext uri="{FF2B5EF4-FFF2-40B4-BE49-F238E27FC236}">
                <a16:creationId xmlns:a16="http://schemas.microsoft.com/office/drawing/2014/main" id="{27D2CFFC-F6F7-F690-144D-E512441DC552}"/>
              </a:ext>
            </a:extLst>
          </p:cNvPr>
          <p:cNvSpPr/>
          <p:nvPr/>
        </p:nvSpPr>
        <p:spPr bwMode="auto">
          <a:xfrm>
            <a:off x="5733503" y="3258556"/>
            <a:ext cx="1828801" cy="1871654"/>
          </a:xfrm>
          <a:prstGeom prst="ellipse">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pic>
        <p:nvPicPr>
          <p:cNvPr id="22" name="Graphic 21" descr="Zoom in outline">
            <a:extLst>
              <a:ext uri="{FF2B5EF4-FFF2-40B4-BE49-F238E27FC236}">
                <a16:creationId xmlns:a16="http://schemas.microsoft.com/office/drawing/2014/main" id="{7A5C6A22-58A9-1FFC-0F4B-28B997CBA0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2105" y="2874834"/>
            <a:ext cx="3181409" cy="3181409"/>
          </a:xfrm>
          <a:prstGeom prst="rect">
            <a:avLst/>
          </a:prstGeom>
        </p:spPr>
      </p:pic>
      <p:sp>
        <p:nvSpPr>
          <p:cNvPr id="24" name="Text Placeholder 3">
            <a:extLst>
              <a:ext uri="{FF2B5EF4-FFF2-40B4-BE49-F238E27FC236}">
                <a16:creationId xmlns:a16="http://schemas.microsoft.com/office/drawing/2014/main" id="{AD32A978-3CC7-E071-324A-7D5A5BC4D038}"/>
              </a:ext>
            </a:extLst>
          </p:cNvPr>
          <p:cNvSpPr>
            <a:spLocks noGrp="1"/>
          </p:cNvSpPr>
          <p:nvPr>
            <p:ph type="body" sz="quarter" idx="19"/>
          </p:nvPr>
        </p:nvSpPr>
        <p:spPr>
          <a:xfrm>
            <a:off x="287963" y="154800"/>
            <a:ext cx="7323771" cy="5178133"/>
          </a:xfrm>
        </p:spPr>
        <p:txBody>
          <a:bodyPr/>
          <a:lstStyle/>
          <a:p>
            <a:r>
              <a:rPr lang="en-US"/>
              <a:t>Reviewing and Refining</a:t>
            </a:r>
          </a:p>
        </p:txBody>
      </p:sp>
      <p:sp>
        <p:nvSpPr>
          <p:cNvPr id="4" name="Title 22">
            <a:extLst>
              <a:ext uri="{FF2B5EF4-FFF2-40B4-BE49-F238E27FC236}">
                <a16:creationId xmlns:a16="http://schemas.microsoft.com/office/drawing/2014/main" id="{49625217-2EE1-968A-F325-A19BCAC396EF}"/>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spTree>
    <p:extLst>
      <p:ext uri="{BB962C8B-B14F-4D97-AF65-F5344CB8AC3E}">
        <p14:creationId xmlns:p14="http://schemas.microsoft.com/office/powerpoint/2010/main" val="198714712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4274D-D072-415E-16DA-10690536717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6E56225-33A3-1556-55A4-C149A29ECFE2}"/>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D022F019-6139-C4A9-8772-74318E74977B}"/>
              </a:ext>
            </a:extLst>
          </p:cNvPr>
          <p:cNvSpPr>
            <a:spLocks noGrp="1"/>
          </p:cNvSpPr>
          <p:nvPr>
            <p:ph type="sldNum" sz="quarter" idx="4"/>
          </p:nvPr>
        </p:nvSpPr>
        <p:spPr/>
        <p:txBody>
          <a:bodyPr/>
          <a:lstStyle/>
          <a:p>
            <a:fld id="{86CB4B4D-7CA3-9044-876B-883B54F8677D}" type="slidenum">
              <a:rPr lang="en-US" smtClean="0"/>
              <a:pPr/>
              <a:t>21</a:t>
            </a:fld>
            <a:endParaRPr lang="en-US"/>
          </a:p>
        </p:txBody>
      </p:sp>
      <p:sp>
        <p:nvSpPr>
          <p:cNvPr id="4" name="Text Placeholder 3">
            <a:extLst>
              <a:ext uri="{FF2B5EF4-FFF2-40B4-BE49-F238E27FC236}">
                <a16:creationId xmlns:a16="http://schemas.microsoft.com/office/drawing/2014/main" id="{F5C275F4-A2F8-5A5F-FA24-DB1FA3F8CBC3}"/>
              </a:ext>
            </a:extLst>
          </p:cNvPr>
          <p:cNvSpPr>
            <a:spLocks noGrp="1"/>
          </p:cNvSpPr>
          <p:nvPr>
            <p:ph type="body" sz="quarter" idx="19"/>
          </p:nvPr>
        </p:nvSpPr>
        <p:spPr>
          <a:xfrm>
            <a:off x="287964" y="154800"/>
            <a:ext cx="7252868" cy="5675984"/>
          </a:xfrm>
        </p:spPr>
        <p:txBody>
          <a:bodyPr/>
          <a:lstStyle/>
          <a:p>
            <a:r>
              <a:rPr lang="en-US" dirty="0"/>
              <a:t>You are responsible for the code you ship, and you are responsible for the way you ship it.</a:t>
            </a:r>
          </a:p>
          <a:p>
            <a:endParaRPr lang="en-US" dirty="0"/>
          </a:p>
          <a:p>
            <a:r>
              <a:rPr lang="en-US" dirty="0"/>
              <a:t>Balancing </a:t>
            </a:r>
            <a:r>
              <a:rPr lang="en-US" b="1" dirty="0">
                <a:solidFill>
                  <a:srgbClr val="F1C21B"/>
                </a:solidFill>
              </a:rPr>
              <a:t>autonomy</a:t>
            </a:r>
            <a:r>
              <a:rPr lang="en-US" dirty="0"/>
              <a:t> and </a:t>
            </a:r>
            <a:r>
              <a:rPr lang="en-US" b="1" dirty="0">
                <a:solidFill>
                  <a:srgbClr val="0043CE"/>
                </a:solidFill>
              </a:rPr>
              <a:t>ownership</a:t>
            </a:r>
            <a:r>
              <a:rPr lang="en-US" dirty="0"/>
              <a:t> takes </a:t>
            </a:r>
            <a:r>
              <a:rPr lang="en-US" u="sng" dirty="0"/>
              <a:t>judgement</a:t>
            </a:r>
            <a:r>
              <a:rPr lang="en-US" dirty="0"/>
              <a:t>.</a:t>
            </a:r>
          </a:p>
        </p:txBody>
      </p:sp>
      <p:sp>
        <p:nvSpPr>
          <p:cNvPr id="5" name="Title 22">
            <a:extLst>
              <a:ext uri="{FF2B5EF4-FFF2-40B4-BE49-F238E27FC236}">
                <a16:creationId xmlns:a16="http://schemas.microsoft.com/office/drawing/2014/main" id="{2BAB1630-D60C-71C7-4D03-1E439CEFB53D}"/>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spTree>
    <p:extLst>
      <p:ext uri="{BB962C8B-B14F-4D97-AF65-F5344CB8AC3E}">
        <p14:creationId xmlns:p14="http://schemas.microsoft.com/office/powerpoint/2010/main" val="133065579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E8A96-3FCC-4D89-C7A2-F82F35C83D0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AF6CEB-5810-EB7E-16A9-A4427191BCEC}"/>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6C7DEBBE-2AA5-4644-0EB4-D7DAADF6EBCF}"/>
              </a:ext>
            </a:extLst>
          </p:cNvPr>
          <p:cNvSpPr>
            <a:spLocks noGrp="1"/>
          </p:cNvSpPr>
          <p:nvPr>
            <p:ph type="sldNum" sz="quarter" idx="4"/>
          </p:nvPr>
        </p:nvSpPr>
        <p:spPr/>
        <p:txBody>
          <a:bodyPr/>
          <a:lstStyle/>
          <a:p>
            <a:fld id="{86CB4B4D-7CA3-9044-876B-883B54F8677D}" type="slidenum">
              <a:rPr lang="en-US" smtClean="0"/>
              <a:pPr/>
              <a:t>22</a:t>
            </a:fld>
            <a:endParaRPr lang="en-US"/>
          </a:p>
        </p:txBody>
      </p:sp>
      <p:sp>
        <p:nvSpPr>
          <p:cNvPr id="4" name="Text Placeholder 3">
            <a:extLst>
              <a:ext uri="{FF2B5EF4-FFF2-40B4-BE49-F238E27FC236}">
                <a16:creationId xmlns:a16="http://schemas.microsoft.com/office/drawing/2014/main" id="{29EE7A7A-030C-1EE0-64E2-9D687B9A2BFE}"/>
              </a:ext>
            </a:extLst>
          </p:cNvPr>
          <p:cNvSpPr>
            <a:spLocks noGrp="1"/>
          </p:cNvSpPr>
          <p:nvPr>
            <p:ph type="body" sz="quarter" idx="19"/>
          </p:nvPr>
        </p:nvSpPr>
        <p:spPr/>
        <p:txBody>
          <a:bodyPr/>
          <a:lstStyle/>
          <a:p>
            <a:r>
              <a:rPr lang="en-US" dirty="0"/>
              <a:t>Introducing Your Codebase</a:t>
            </a:r>
          </a:p>
        </p:txBody>
      </p:sp>
      <p:sp>
        <p:nvSpPr>
          <p:cNvPr id="6" name="Title 22">
            <a:extLst>
              <a:ext uri="{FF2B5EF4-FFF2-40B4-BE49-F238E27FC236}">
                <a16:creationId xmlns:a16="http://schemas.microsoft.com/office/drawing/2014/main" id="{19F3218C-B243-B73E-74E8-0BEBCBF18896}"/>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spTree>
    <p:extLst>
      <p:ext uri="{BB962C8B-B14F-4D97-AF65-F5344CB8AC3E}">
        <p14:creationId xmlns:p14="http://schemas.microsoft.com/office/powerpoint/2010/main" val="427739806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58E12-1DA5-8298-6AD8-FE8EF4251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E906BD-68C1-18FA-E7CB-8B7FA61898ED}"/>
              </a:ext>
            </a:extLst>
          </p:cNvPr>
          <p:cNvSpPr>
            <a:spLocks noGrp="1"/>
          </p:cNvSpPr>
          <p:nvPr>
            <p:ph type="title"/>
          </p:nvPr>
        </p:nvSpPr>
        <p:spPr/>
        <p:txBody>
          <a:bodyPr/>
          <a:lstStyle/>
          <a:p>
            <a:r>
              <a:rPr lang="en-US" dirty="0">
                <a:latin typeface="+mj-lt"/>
              </a:rPr>
              <a:t>Module 1 Walkthrough</a:t>
            </a:r>
          </a:p>
        </p:txBody>
      </p:sp>
      <p:sp>
        <p:nvSpPr>
          <p:cNvPr id="3" name="Footer Placeholder 2">
            <a:extLst>
              <a:ext uri="{FF2B5EF4-FFF2-40B4-BE49-F238E27FC236}">
                <a16:creationId xmlns:a16="http://schemas.microsoft.com/office/drawing/2014/main" id="{61E94131-6049-4347-376F-47A159FFD147}"/>
              </a:ext>
            </a:extLst>
          </p:cNvPr>
          <p:cNvSpPr>
            <a:spLocks noGrp="1"/>
          </p:cNvSpPr>
          <p:nvPr>
            <p:ph type="ftr" sz="quarter" idx="18"/>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EF752E40-C6AC-0B70-4EDE-C13611D997D8}"/>
              </a:ext>
            </a:extLst>
          </p:cNvPr>
          <p:cNvSpPr>
            <a:spLocks noGrp="1"/>
          </p:cNvSpPr>
          <p:nvPr>
            <p:ph type="sldNum" sz="quarter" idx="4"/>
          </p:nvPr>
        </p:nvSpPr>
        <p:spPr/>
        <p:txBody>
          <a:bodyPr/>
          <a:lstStyle/>
          <a:p>
            <a:fld id="{86CB4B4D-7CA3-9044-876B-883B54F8677D}" type="slidenum">
              <a:rPr lang="en-US" smtClean="0"/>
              <a:pPr/>
              <a:t>23</a:t>
            </a:fld>
            <a:endParaRPr lang="en-US"/>
          </a:p>
        </p:txBody>
      </p:sp>
      <p:sp>
        <p:nvSpPr>
          <p:cNvPr id="7" name="Title 22">
            <a:extLst>
              <a:ext uri="{FF2B5EF4-FFF2-40B4-BE49-F238E27FC236}">
                <a16:creationId xmlns:a16="http://schemas.microsoft.com/office/drawing/2014/main" id="{E204F886-BB7D-6DEB-F72C-B126B7A9BC3A}"/>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1: Requirements Gathering and Spec Creation</a:t>
            </a:r>
          </a:p>
        </p:txBody>
      </p:sp>
    </p:spTree>
    <p:extLst>
      <p:ext uri="{BB962C8B-B14F-4D97-AF65-F5344CB8AC3E}">
        <p14:creationId xmlns:p14="http://schemas.microsoft.com/office/powerpoint/2010/main" val="364620547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9AF9C3-AEC5-E422-B912-67DD6F80AE00}"/>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2977AEB1-C2ED-D10E-0CF0-8361AF8C14DD}"/>
              </a:ext>
            </a:extLst>
          </p:cNvPr>
          <p:cNvSpPr>
            <a:spLocks noGrp="1"/>
          </p:cNvSpPr>
          <p:nvPr>
            <p:ph type="sldNum" sz="quarter" idx="4"/>
          </p:nvPr>
        </p:nvSpPr>
        <p:spPr/>
        <p:txBody>
          <a:bodyPr/>
          <a:lstStyle/>
          <a:p>
            <a:fld id="{86CB4B4D-7CA3-9044-876B-883B54F8677D}" type="slidenum">
              <a:rPr lang="en-US" smtClean="0"/>
              <a:pPr/>
              <a:t>24</a:t>
            </a:fld>
            <a:endParaRPr lang="en-US"/>
          </a:p>
        </p:txBody>
      </p:sp>
      <p:sp>
        <p:nvSpPr>
          <p:cNvPr id="4" name="Text Placeholder 3">
            <a:extLst>
              <a:ext uri="{FF2B5EF4-FFF2-40B4-BE49-F238E27FC236}">
                <a16:creationId xmlns:a16="http://schemas.microsoft.com/office/drawing/2014/main" id="{AB802823-BADE-2432-5553-8D03428BAEA7}"/>
              </a:ext>
            </a:extLst>
          </p:cNvPr>
          <p:cNvSpPr>
            <a:spLocks noGrp="1"/>
          </p:cNvSpPr>
          <p:nvPr>
            <p:ph type="body" sz="quarter" idx="19"/>
          </p:nvPr>
        </p:nvSpPr>
        <p:spPr/>
        <p:txBody>
          <a:bodyPr/>
          <a:lstStyle/>
          <a:p>
            <a:r>
              <a:rPr lang="en-US" dirty="0"/>
              <a:t>Module 2: Implementation</a:t>
            </a:r>
          </a:p>
        </p:txBody>
      </p:sp>
    </p:spTree>
    <p:extLst>
      <p:ext uri="{BB962C8B-B14F-4D97-AF65-F5344CB8AC3E}">
        <p14:creationId xmlns:p14="http://schemas.microsoft.com/office/powerpoint/2010/main" val="356648745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FC09A-1C15-76F9-9B77-CC6F63DDE7D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B5608AC-E278-02C4-8D0E-02822AA1C67B}"/>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C3F465DD-BA01-3246-5A2B-71ABAF68F2D2}"/>
              </a:ext>
            </a:extLst>
          </p:cNvPr>
          <p:cNvSpPr>
            <a:spLocks noGrp="1"/>
          </p:cNvSpPr>
          <p:nvPr>
            <p:ph type="sldNum" sz="quarter" idx="4"/>
          </p:nvPr>
        </p:nvSpPr>
        <p:spPr/>
        <p:txBody>
          <a:bodyPr/>
          <a:lstStyle/>
          <a:p>
            <a:fld id="{86CB4B4D-7CA3-9044-876B-883B54F8677D}" type="slidenum">
              <a:rPr lang="en-US" smtClean="0"/>
              <a:pPr/>
              <a:t>25</a:t>
            </a:fld>
            <a:endParaRPr lang="en-US"/>
          </a:p>
        </p:txBody>
      </p:sp>
      <p:sp>
        <p:nvSpPr>
          <p:cNvPr id="4" name="Text Placeholder 3">
            <a:extLst>
              <a:ext uri="{FF2B5EF4-FFF2-40B4-BE49-F238E27FC236}">
                <a16:creationId xmlns:a16="http://schemas.microsoft.com/office/drawing/2014/main" id="{3CF4CC79-20B1-7825-CF95-372F66FD16F0}"/>
              </a:ext>
            </a:extLst>
          </p:cNvPr>
          <p:cNvSpPr>
            <a:spLocks noGrp="1"/>
          </p:cNvSpPr>
          <p:nvPr>
            <p:ph type="body" sz="quarter" idx="19"/>
          </p:nvPr>
        </p:nvSpPr>
        <p:spPr>
          <a:xfrm>
            <a:off x="287963" y="154800"/>
            <a:ext cx="6045601" cy="5178133"/>
          </a:xfrm>
        </p:spPr>
        <p:txBody>
          <a:bodyPr/>
          <a:lstStyle/>
          <a:p>
            <a:r>
              <a:rPr lang="en-US" dirty="0"/>
              <a:t>Supervision is a balancing act</a:t>
            </a:r>
          </a:p>
        </p:txBody>
      </p:sp>
      <p:sp>
        <p:nvSpPr>
          <p:cNvPr id="9" name="Title 22">
            <a:extLst>
              <a:ext uri="{FF2B5EF4-FFF2-40B4-BE49-F238E27FC236}">
                <a16:creationId xmlns:a16="http://schemas.microsoft.com/office/drawing/2014/main" id="{711E381F-3C19-D425-917D-B111CB1830F7}"/>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2: Implementation</a:t>
            </a:r>
          </a:p>
        </p:txBody>
      </p:sp>
      <p:pic>
        <p:nvPicPr>
          <p:cNvPr id="16" name="Graphic 15" descr="Scales of justice outline">
            <a:extLst>
              <a:ext uri="{FF2B5EF4-FFF2-40B4-BE49-F238E27FC236}">
                <a16:creationId xmlns:a16="http://schemas.microsoft.com/office/drawing/2014/main" id="{3485BA08-100B-3F73-9F2D-6A1228C629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07904" y="940904"/>
            <a:ext cx="4976191" cy="4976191"/>
          </a:xfrm>
          <a:prstGeom prst="rect">
            <a:avLst/>
          </a:prstGeom>
        </p:spPr>
      </p:pic>
    </p:spTree>
    <p:extLst>
      <p:ext uri="{BB962C8B-B14F-4D97-AF65-F5344CB8AC3E}">
        <p14:creationId xmlns:p14="http://schemas.microsoft.com/office/powerpoint/2010/main" val="183898298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2FB4A-BB37-CDEB-E106-882A0B220CC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B6AD1D-D1BF-A03C-4301-08AD77006840}"/>
              </a:ext>
            </a:extLst>
          </p:cNvPr>
          <p:cNvSpPr>
            <a:spLocks noGrp="1"/>
          </p:cNvSpPr>
          <p:nvPr>
            <p:ph type="sldNum" sz="quarter" idx="4"/>
          </p:nvPr>
        </p:nvSpPr>
        <p:spPr/>
        <p:txBody>
          <a:bodyPr/>
          <a:lstStyle/>
          <a:p>
            <a:fld id="{86CB4B4D-7CA3-9044-876B-883B54F8677D}" type="slidenum">
              <a:rPr lang="en-US" smtClean="0"/>
              <a:pPr/>
              <a:t>26</a:t>
            </a:fld>
            <a:endParaRPr lang="en-US"/>
          </a:p>
        </p:txBody>
      </p:sp>
      <p:sp>
        <p:nvSpPr>
          <p:cNvPr id="4" name="Text Placeholder 3">
            <a:extLst>
              <a:ext uri="{FF2B5EF4-FFF2-40B4-BE49-F238E27FC236}">
                <a16:creationId xmlns:a16="http://schemas.microsoft.com/office/drawing/2014/main" id="{A17664D4-BBC8-28E5-4B9B-AD03A7313199}"/>
              </a:ext>
            </a:extLst>
          </p:cNvPr>
          <p:cNvSpPr>
            <a:spLocks noGrp="1"/>
          </p:cNvSpPr>
          <p:nvPr>
            <p:ph type="body" sz="quarter" idx="19"/>
          </p:nvPr>
        </p:nvSpPr>
        <p:spPr>
          <a:xfrm>
            <a:off x="287962" y="154799"/>
            <a:ext cx="11616737" cy="5988423"/>
          </a:xfrm>
        </p:spPr>
        <p:txBody>
          <a:bodyPr anchor="t"/>
          <a:lstStyle/>
          <a:p>
            <a:r>
              <a:rPr lang="en-US" dirty="0"/>
              <a:t>Agentic Engineering Progression:</a:t>
            </a:r>
          </a:p>
          <a:p>
            <a:endParaRPr lang="en-US" dirty="0"/>
          </a:p>
          <a:p>
            <a:pPr marL="571500" indent="-571500">
              <a:buFont typeface="Arial" panose="020B0604020202020204" pitchFamily="34" charset="0"/>
              <a:buChar char="•"/>
            </a:pPr>
            <a:r>
              <a:rPr lang="en-US" dirty="0"/>
              <a:t>Prompt Engineering</a:t>
            </a:r>
          </a:p>
          <a:p>
            <a:pPr marL="571500" indent="-571500">
              <a:buFont typeface="Arial" panose="020B0604020202020204" pitchFamily="34" charset="0"/>
              <a:buChar char="•"/>
            </a:pPr>
            <a:r>
              <a:rPr lang="en-US" dirty="0"/>
              <a:t>Context Engineering</a:t>
            </a:r>
          </a:p>
          <a:p>
            <a:pPr marL="571500" indent="-571500">
              <a:buFont typeface="Arial" panose="020B0604020202020204" pitchFamily="34" charset="0"/>
              <a:buChar char="•"/>
            </a:pPr>
            <a:r>
              <a:rPr lang="en-US" dirty="0"/>
              <a:t>Loop Engineering</a:t>
            </a:r>
          </a:p>
          <a:p>
            <a:pPr marL="571500" indent="-571500">
              <a:buFont typeface="Arial" panose="020B0604020202020204" pitchFamily="34" charset="0"/>
              <a:buChar char="•"/>
            </a:pPr>
            <a:r>
              <a:rPr lang="en-US" dirty="0"/>
              <a:t>Graph Engineering</a:t>
            </a:r>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endParaRPr lang="en-US" dirty="0"/>
          </a:p>
          <a:p>
            <a:r>
              <a:rPr lang="en-US" dirty="0"/>
              <a:t>					let’s talk terminology…</a:t>
            </a:r>
          </a:p>
        </p:txBody>
      </p:sp>
      <p:sp>
        <p:nvSpPr>
          <p:cNvPr id="6" name="Footer Placeholder 1">
            <a:extLst>
              <a:ext uri="{FF2B5EF4-FFF2-40B4-BE49-F238E27FC236}">
                <a16:creationId xmlns:a16="http://schemas.microsoft.com/office/drawing/2014/main" id="{2F81452F-CDFE-D63F-0C4E-8162B6145DB4}"/>
              </a:ext>
            </a:extLst>
          </p:cNvPr>
          <p:cNvSpPr>
            <a:spLocks noGrp="1"/>
          </p:cNvSpPr>
          <p:nvPr>
            <p:ph type="ftr" sz="quarter" idx="18"/>
          </p:nvPr>
        </p:nvSpPr>
        <p:spPr>
          <a:xfrm>
            <a:off x="287963" y="6408000"/>
            <a:ext cx="2471416" cy="190500"/>
          </a:xfrm>
        </p:spPr>
        <p:txBody>
          <a:bodyPr/>
          <a:lstStyle/>
          <a:p>
            <a:r>
              <a:rPr lang="en-US"/>
              <a:t>Agentic Engineering in Practice</a:t>
            </a:r>
          </a:p>
        </p:txBody>
      </p:sp>
      <p:sp>
        <p:nvSpPr>
          <p:cNvPr id="7" name="Title 22">
            <a:extLst>
              <a:ext uri="{FF2B5EF4-FFF2-40B4-BE49-F238E27FC236}">
                <a16:creationId xmlns:a16="http://schemas.microsoft.com/office/drawing/2014/main" id="{B1B69270-5EFF-1CB0-05E5-A143C9D3607B}"/>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2: Implementation</a:t>
            </a:r>
          </a:p>
        </p:txBody>
      </p:sp>
    </p:spTree>
    <p:extLst>
      <p:ext uri="{BB962C8B-B14F-4D97-AF65-F5344CB8AC3E}">
        <p14:creationId xmlns:p14="http://schemas.microsoft.com/office/powerpoint/2010/main" val="208217709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5C237-3569-566E-017E-3C4BFCD6225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E38361-94C5-3192-AAC7-8177D3E50D05}"/>
              </a:ext>
            </a:extLst>
          </p:cNvPr>
          <p:cNvSpPr>
            <a:spLocks noGrp="1"/>
          </p:cNvSpPr>
          <p:nvPr>
            <p:ph type="sldNum" sz="quarter" idx="4"/>
          </p:nvPr>
        </p:nvSpPr>
        <p:spPr/>
        <p:txBody>
          <a:bodyPr/>
          <a:lstStyle/>
          <a:p>
            <a:fld id="{86CB4B4D-7CA3-9044-876B-883B54F8677D}" type="slidenum">
              <a:rPr lang="en-US" smtClean="0"/>
              <a:pPr/>
              <a:t>27</a:t>
            </a:fld>
            <a:endParaRPr lang="en-US"/>
          </a:p>
        </p:txBody>
      </p:sp>
      <p:sp>
        <p:nvSpPr>
          <p:cNvPr id="4" name="Text Placeholder 3">
            <a:extLst>
              <a:ext uri="{FF2B5EF4-FFF2-40B4-BE49-F238E27FC236}">
                <a16:creationId xmlns:a16="http://schemas.microsoft.com/office/drawing/2014/main" id="{AA968F5F-D2A6-58BB-FEB1-410078E82AD5}"/>
              </a:ext>
            </a:extLst>
          </p:cNvPr>
          <p:cNvSpPr>
            <a:spLocks noGrp="1"/>
          </p:cNvSpPr>
          <p:nvPr>
            <p:ph type="body" sz="quarter" idx="19"/>
          </p:nvPr>
        </p:nvSpPr>
        <p:spPr>
          <a:xfrm>
            <a:off x="287963" y="154800"/>
            <a:ext cx="11278390" cy="5096073"/>
          </a:xfrm>
        </p:spPr>
        <p:txBody>
          <a:bodyPr anchor="t"/>
          <a:lstStyle/>
          <a:p>
            <a:r>
              <a:rPr lang="en-US" dirty="0"/>
              <a:t>Prompt Engineering</a:t>
            </a:r>
          </a:p>
          <a:p>
            <a:endParaRPr lang="en-US" dirty="0"/>
          </a:p>
          <a:p>
            <a:pPr marL="571500" indent="-571500">
              <a:buFont typeface="Arial" panose="020B0604020202020204" pitchFamily="34" charset="0"/>
              <a:buChar char="•"/>
            </a:pPr>
            <a:r>
              <a:rPr lang="en-US" dirty="0"/>
              <a:t>Optimizing your input to tailor the output of your LLM</a:t>
            </a:r>
          </a:p>
          <a:p>
            <a:pPr marL="571500" indent="-571500">
              <a:buFont typeface="Arial" panose="020B0604020202020204" pitchFamily="34" charset="0"/>
              <a:buChar char="•"/>
            </a:pPr>
            <a:r>
              <a:rPr lang="en-US" dirty="0"/>
              <a:t>Exists in a single conversation between you and the agent</a:t>
            </a:r>
          </a:p>
          <a:p>
            <a:pPr marL="571500" indent="-571500">
              <a:buFont typeface="Arial" panose="020B0604020202020204" pitchFamily="34" charset="0"/>
              <a:buChar char="•"/>
            </a:pPr>
            <a:r>
              <a:rPr lang="en-US" dirty="0"/>
              <a:t>Relies on the specificity and clarity of each individual message</a:t>
            </a:r>
          </a:p>
        </p:txBody>
      </p:sp>
      <p:sp>
        <p:nvSpPr>
          <p:cNvPr id="6" name="Footer Placeholder 1">
            <a:extLst>
              <a:ext uri="{FF2B5EF4-FFF2-40B4-BE49-F238E27FC236}">
                <a16:creationId xmlns:a16="http://schemas.microsoft.com/office/drawing/2014/main" id="{DE5304CD-05E3-BA1C-03F0-AE56C608C284}"/>
              </a:ext>
            </a:extLst>
          </p:cNvPr>
          <p:cNvSpPr>
            <a:spLocks noGrp="1"/>
          </p:cNvSpPr>
          <p:nvPr>
            <p:ph type="ftr" sz="quarter" idx="18"/>
          </p:nvPr>
        </p:nvSpPr>
        <p:spPr>
          <a:xfrm>
            <a:off x="287963" y="6408000"/>
            <a:ext cx="2471416" cy="190500"/>
          </a:xfrm>
        </p:spPr>
        <p:txBody>
          <a:bodyPr/>
          <a:lstStyle/>
          <a:p>
            <a:r>
              <a:rPr lang="en-US"/>
              <a:t>Agentic Engineering in Practice</a:t>
            </a:r>
          </a:p>
        </p:txBody>
      </p:sp>
      <p:sp>
        <p:nvSpPr>
          <p:cNvPr id="7" name="Title 22">
            <a:extLst>
              <a:ext uri="{FF2B5EF4-FFF2-40B4-BE49-F238E27FC236}">
                <a16:creationId xmlns:a16="http://schemas.microsoft.com/office/drawing/2014/main" id="{E0975851-CC15-ACC0-E5C7-9DBD9F13400E}"/>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2: Implementation</a:t>
            </a:r>
          </a:p>
        </p:txBody>
      </p:sp>
    </p:spTree>
    <p:extLst>
      <p:ext uri="{BB962C8B-B14F-4D97-AF65-F5344CB8AC3E}">
        <p14:creationId xmlns:p14="http://schemas.microsoft.com/office/powerpoint/2010/main" val="1449690231"/>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1539F-3358-9E2B-1373-CD8CDA857BE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3EEAE9B-AC45-9B35-E391-F2E2B39DD9D0}"/>
              </a:ext>
            </a:extLst>
          </p:cNvPr>
          <p:cNvSpPr>
            <a:spLocks noGrp="1"/>
          </p:cNvSpPr>
          <p:nvPr>
            <p:ph type="sldNum" sz="quarter" idx="4"/>
          </p:nvPr>
        </p:nvSpPr>
        <p:spPr/>
        <p:txBody>
          <a:bodyPr/>
          <a:lstStyle/>
          <a:p>
            <a:fld id="{86CB4B4D-7CA3-9044-876B-883B54F8677D}" type="slidenum">
              <a:rPr lang="en-US" smtClean="0"/>
              <a:pPr/>
              <a:t>28</a:t>
            </a:fld>
            <a:endParaRPr lang="en-US"/>
          </a:p>
        </p:txBody>
      </p:sp>
      <p:sp>
        <p:nvSpPr>
          <p:cNvPr id="4" name="Text Placeholder 3">
            <a:extLst>
              <a:ext uri="{FF2B5EF4-FFF2-40B4-BE49-F238E27FC236}">
                <a16:creationId xmlns:a16="http://schemas.microsoft.com/office/drawing/2014/main" id="{EC9609F4-C35B-4188-D15F-67BF9E4600C2}"/>
              </a:ext>
            </a:extLst>
          </p:cNvPr>
          <p:cNvSpPr>
            <a:spLocks noGrp="1"/>
          </p:cNvSpPr>
          <p:nvPr>
            <p:ph type="body" sz="quarter" idx="19"/>
          </p:nvPr>
        </p:nvSpPr>
        <p:spPr>
          <a:xfrm>
            <a:off x="287963" y="154800"/>
            <a:ext cx="11278390" cy="5096073"/>
          </a:xfrm>
        </p:spPr>
        <p:txBody>
          <a:bodyPr anchor="t"/>
          <a:lstStyle/>
          <a:p>
            <a:r>
              <a:rPr lang="en-US" dirty="0"/>
              <a:t>Context Engineering</a:t>
            </a:r>
          </a:p>
          <a:p>
            <a:endParaRPr lang="en-US" dirty="0"/>
          </a:p>
          <a:p>
            <a:pPr marL="571500" indent="-571500">
              <a:buFont typeface="Arial" panose="020B0604020202020204" pitchFamily="34" charset="0"/>
              <a:buChar char="•"/>
            </a:pPr>
            <a:r>
              <a:rPr lang="en-US" dirty="0"/>
              <a:t>Curating relevant information presented to the model via context</a:t>
            </a:r>
          </a:p>
          <a:p>
            <a:pPr marL="571500" indent="-571500">
              <a:buFont typeface="Arial" panose="020B0604020202020204" pitchFamily="34" charset="0"/>
              <a:buChar char="•"/>
            </a:pPr>
            <a:r>
              <a:rPr lang="en-US" dirty="0"/>
              <a:t>Manages context-window noise and cost</a:t>
            </a:r>
          </a:p>
          <a:p>
            <a:pPr marL="571500" indent="-571500">
              <a:buFont typeface="Arial" panose="020B0604020202020204" pitchFamily="34" charset="0"/>
              <a:buChar char="•"/>
            </a:pPr>
            <a:r>
              <a:rPr lang="en-US" dirty="0"/>
              <a:t>Foundational to further forms of agentic engineering</a:t>
            </a:r>
          </a:p>
        </p:txBody>
      </p:sp>
      <p:sp>
        <p:nvSpPr>
          <p:cNvPr id="6" name="Footer Placeholder 1">
            <a:extLst>
              <a:ext uri="{FF2B5EF4-FFF2-40B4-BE49-F238E27FC236}">
                <a16:creationId xmlns:a16="http://schemas.microsoft.com/office/drawing/2014/main" id="{B3F3A2AE-E442-FBCD-9CF5-212B97CA585D}"/>
              </a:ext>
            </a:extLst>
          </p:cNvPr>
          <p:cNvSpPr>
            <a:spLocks noGrp="1"/>
          </p:cNvSpPr>
          <p:nvPr>
            <p:ph type="ftr" sz="quarter" idx="18"/>
          </p:nvPr>
        </p:nvSpPr>
        <p:spPr>
          <a:xfrm>
            <a:off x="287963" y="6408000"/>
            <a:ext cx="2471416" cy="190500"/>
          </a:xfrm>
        </p:spPr>
        <p:txBody>
          <a:bodyPr/>
          <a:lstStyle/>
          <a:p>
            <a:r>
              <a:rPr lang="en-US"/>
              <a:t>Agentic Engineering in Practice</a:t>
            </a:r>
          </a:p>
        </p:txBody>
      </p:sp>
      <p:sp>
        <p:nvSpPr>
          <p:cNvPr id="7" name="Title 22">
            <a:extLst>
              <a:ext uri="{FF2B5EF4-FFF2-40B4-BE49-F238E27FC236}">
                <a16:creationId xmlns:a16="http://schemas.microsoft.com/office/drawing/2014/main" id="{727E6FAE-A2A8-E96A-767B-0636C2B2AA09}"/>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2: Implementation</a:t>
            </a:r>
          </a:p>
        </p:txBody>
      </p:sp>
    </p:spTree>
    <p:extLst>
      <p:ext uri="{BB962C8B-B14F-4D97-AF65-F5344CB8AC3E}">
        <p14:creationId xmlns:p14="http://schemas.microsoft.com/office/powerpoint/2010/main" val="1719506243"/>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09AC6-0375-2DD0-6CC0-CEB64F5A670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49F578B-E066-AB81-CFF2-3D88935DC635}"/>
              </a:ext>
            </a:extLst>
          </p:cNvPr>
          <p:cNvSpPr>
            <a:spLocks noGrp="1"/>
          </p:cNvSpPr>
          <p:nvPr>
            <p:ph type="sldNum" sz="quarter" idx="4"/>
          </p:nvPr>
        </p:nvSpPr>
        <p:spPr/>
        <p:txBody>
          <a:bodyPr/>
          <a:lstStyle/>
          <a:p>
            <a:fld id="{86CB4B4D-7CA3-9044-876B-883B54F8677D}" type="slidenum">
              <a:rPr lang="en-US" smtClean="0"/>
              <a:pPr/>
              <a:t>29</a:t>
            </a:fld>
            <a:endParaRPr lang="en-US"/>
          </a:p>
        </p:txBody>
      </p:sp>
      <p:sp>
        <p:nvSpPr>
          <p:cNvPr id="4" name="Text Placeholder 3">
            <a:extLst>
              <a:ext uri="{FF2B5EF4-FFF2-40B4-BE49-F238E27FC236}">
                <a16:creationId xmlns:a16="http://schemas.microsoft.com/office/drawing/2014/main" id="{ACF9190A-73B6-535B-D74C-016FDD78F9DA}"/>
              </a:ext>
            </a:extLst>
          </p:cNvPr>
          <p:cNvSpPr>
            <a:spLocks noGrp="1"/>
          </p:cNvSpPr>
          <p:nvPr>
            <p:ph type="body" sz="quarter" idx="19"/>
          </p:nvPr>
        </p:nvSpPr>
        <p:spPr>
          <a:xfrm>
            <a:off x="287963" y="154800"/>
            <a:ext cx="11278390" cy="5711610"/>
          </a:xfrm>
        </p:spPr>
        <p:txBody>
          <a:bodyPr anchor="t"/>
          <a:lstStyle/>
          <a:p>
            <a:r>
              <a:rPr lang="en-US" dirty="0"/>
              <a:t>Loop Engineering</a:t>
            </a:r>
          </a:p>
          <a:p>
            <a:endParaRPr lang="en-US" dirty="0"/>
          </a:p>
          <a:p>
            <a:pPr marL="571500" indent="-571500">
              <a:buFont typeface="Arial" panose="020B0604020202020204" pitchFamily="34" charset="0"/>
              <a:buChar char="•"/>
            </a:pPr>
            <a:r>
              <a:rPr lang="en-US" dirty="0"/>
              <a:t>Building a system by which the agent iterates and loops through different tasks</a:t>
            </a:r>
          </a:p>
          <a:p>
            <a:pPr marL="571500" indent="-571500">
              <a:buFont typeface="Arial" panose="020B0604020202020204" pitchFamily="34" charset="0"/>
              <a:buChar char="•"/>
            </a:pPr>
            <a:r>
              <a:rPr lang="en-US" dirty="0"/>
              <a:t>Agent prompts itself and decides what to do next from your spec</a:t>
            </a:r>
          </a:p>
          <a:p>
            <a:pPr marL="571500" indent="-571500">
              <a:buFont typeface="Arial" panose="020B0604020202020204" pitchFamily="34" charset="0"/>
              <a:buChar char="•"/>
            </a:pPr>
            <a:r>
              <a:rPr lang="en-US" dirty="0"/>
              <a:t>Though much more autonomous, is still a linear process</a:t>
            </a:r>
          </a:p>
        </p:txBody>
      </p:sp>
      <p:sp>
        <p:nvSpPr>
          <p:cNvPr id="6" name="Footer Placeholder 1">
            <a:extLst>
              <a:ext uri="{FF2B5EF4-FFF2-40B4-BE49-F238E27FC236}">
                <a16:creationId xmlns:a16="http://schemas.microsoft.com/office/drawing/2014/main" id="{C48A64CB-34AA-301B-B982-612B26C343B1}"/>
              </a:ext>
            </a:extLst>
          </p:cNvPr>
          <p:cNvSpPr>
            <a:spLocks noGrp="1"/>
          </p:cNvSpPr>
          <p:nvPr>
            <p:ph type="ftr" sz="quarter" idx="18"/>
          </p:nvPr>
        </p:nvSpPr>
        <p:spPr>
          <a:xfrm>
            <a:off x="287963" y="6408000"/>
            <a:ext cx="2471416" cy="190500"/>
          </a:xfrm>
        </p:spPr>
        <p:txBody>
          <a:bodyPr/>
          <a:lstStyle/>
          <a:p>
            <a:r>
              <a:rPr lang="en-US"/>
              <a:t>Agentic Engineering in Practice</a:t>
            </a:r>
          </a:p>
        </p:txBody>
      </p:sp>
      <p:sp>
        <p:nvSpPr>
          <p:cNvPr id="7" name="Title 22">
            <a:extLst>
              <a:ext uri="{FF2B5EF4-FFF2-40B4-BE49-F238E27FC236}">
                <a16:creationId xmlns:a16="http://schemas.microsoft.com/office/drawing/2014/main" id="{A5C143BB-1AB5-84DF-40C0-A7B8B287D85A}"/>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2: Implementation</a:t>
            </a:r>
          </a:p>
        </p:txBody>
      </p:sp>
    </p:spTree>
    <p:extLst>
      <p:ext uri="{BB962C8B-B14F-4D97-AF65-F5344CB8AC3E}">
        <p14:creationId xmlns:p14="http://schemas.microsoft.com/office/powerpoint/2010/main" val="239329125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79714-245A-8724-84FD-321E918578D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D5B506-96FA-81BE-083E-66F922FB29C6}"/>
              </a:ext>
            </a:extLst>
          </p:cNvPr>
          <p:cNvSpPr>
            <a:spLocks noGrp="1"/>
          </p:cNvSpPr>
          <p:nvPr>
            <p:ph type="sldNum" sz="quarter" idx="4"/>
          </p:nvPr>
        </p:nvSpPr>
        <p:spPr/>
        <p:txBody>
          <a:bodyPr/>
          <a:lstStyle/>
          <a:p>
            <a:fld id="{86CB4B4D-7CA3-9044-876B-883B54F8677D}" type="slidenum">
              <a:rPr lang="en-US" smtClean="0"/>
              <a:pPr/>
              <a:t>30</a:t>
            </a:fld>
            <a:endParaRPr lang="en-US"/>
          </a:p>
        </p:txBody>
      </p:sp>
      <p:sp>
        <p:nvSpPr>
          <p:cNvPr id="4" name="Text Placeholder 3">
            <a:extLst>
              <a:ext uri="{FF2B5EF4-FFF2-40B4-BE49-F238E27FC236}">
                <a16:creationId xmlns:a16="http://schemas.microsoft.com/office/drawing/2014/main" id="{D25034FF-995F-2356-38B9-8ED3EB4AA5FC}"/>
              </a:ext>
            </a:extLst>
          </p:cNvPr>
          <p:cNvSpPr>
            <a:spLocks noGrp="1"/>
          </p:cNvSpPr>
          <p:nvPr>
            <p:ph type="body" sz="quarter" idx="19"/>
          </p:nvPr>
        </p:nvSpPr>
        <p:spPr>
          <a:xfrm>
            <a:off x="287963" y="154800"/>
            <a:ext cx="11278390" cy="5640358"/>
          </a:xfrm>
        </p:spPr>
        <p:txBody>
          <a:bodyPr anchor="t"/>
          <a:lstStyle/>
          <a:p>
            <a:r>
              <a:rPr lang="en-US" dirty="0"/>
              <a:t>Graph Engineering</a:t>
            </a:r>
          </a:p>
          <a:p>
            <a:endParaRPr lang="en-US" dirty="0"/>
          </a:p>
          <a:p>
            <a:pPr marL="571500" indent="-571500">
              <a:buFont typeface="Arial" panose="020B0604020202020204" pitchFamily="34" charset="0"/>
              <a:buChar char="•"/>
            </a:pPr>
            <a:r>
              <a:rPr lang="en-US" dirty="0"/>
              <a:t>Developing an agent graph to coordinate work between multiple agents</a:t>
            </a:r>
          </a:p>
          <a:p>
            <a:pPr marL="571500" indent="-571500">
              <a:buFont typeface="Arial" panose="020B0604020202020204" pitchFamily="34" charset="0"/>
              <a:buChar char="•"/>
            </a:pPr>
            <a:r>
              <a:rPr lang="en-US" dirty="0"/>
              <a:t>Each agent performs a designated step within an iteration</a:t>
            </a:r>
          </a:p>
          <a:p>
            <a:pPr marL="571500" indent="-571500">
              <a:buFont typeface="Arial" panose="020B0604020202020204" pitchFamily="34" charset="0"/>
              <a:buChar char="•"/>
            </a:pPr>
            <a:r>
              <a:rPr lang="en-US" dirty="0"/>
              <a:t>Forms a multi-agent pipeline</a:t>
            </a:r>
          </a:p>
          <a:p>
            <a:pPr marL="571500" indent="-571500">
              <a:buFont typeface="Arial" panose="020B0604020202020204" pitchFamily="34" charset="0"/>
              <a:buChar char="•"/>
            </a:pPr>
            <a:r>
              <a:rPr lang="en-US" dirty="0"/>
              <a:t>Enables parallelization</a:t>
            </a:r>
          </a:p>
        </p:txBody>
      </p:sp>
      <p:sp>
        <p:nvSpPr>
          <p:cNvPr id="6" name="Footer Placeholder 1">
            <a:extLst>
              <a:ext uri="{FF2B5EF4-FFF2-40B4-BE49-F238E27FC236}">
                <a16:creationId xmlns:a16="http://schemas.microsoft.com/office/drawing/2014/main" id="{867E2645-910D-69DC-D3C9-D93B07E69E9D}"/>
              </a:ext>
            </a:extLst>
          </p:cNvPr>
          <p:cNvSpPr>
            <a:spLocks noGrp="1"/>
          </p:cNvSpPr>
          <p:nvPr>
            <p:ph type="ftr" sz="quarter" idx="18"/>
          </p:nvPr>
        </p:nvSpPr>
        <p:spPr>
          <a:xfrm>
            <a:off x="287963" y="6408000"/>
            <a:ext cx="2471416" cy="190500"/>
          </a:xfrm>
        </p:spPr>
        <p:txBody>
          <a:bodyPr/>
          <a:lstStyle/>
          <a:p>
            <a:r>
              <a:rPr lang="en-US"/>
              <a:t>Agentic Engineering in Practice</a:t>
            </a:r>
          </a:p>
        </p:txBody>
      </p:sp>
      <p:sp>
        <p:nvSpPr>
          <p:cNvPr id="7" name="Title 22">
            <a:extLst>
              <a:ext uri="{FF2B5EF4-FFF2-40B4-BE49-F238E27FC236}">
                <a16:creationId xmlns:a16="http://schemas.microsoft.com/office/drawing/2014/main" id="{DBAF6401-CE61-070F-C096-E8C938D0F47B}"/>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2: Implementation</a:t>
            </a:r>
          </a:p>
        </p:txBody>
      </p:sp>
    </p:spTree>
    <p:extLst>
      <p:ext uri="{BB962C8B-B14F-4D97-AF65-F5344CB8AC3E}">
        <p14:creationId xmlns:p14="http://schemas.microsoft.com/office/powerpoint/2010/main" val="630783475"/>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BF9E372-39F6-E124-B3CC-5D6300AB50ED}"/>
              </a:ext>
            </a:extLst>
          </p:cNvPr>
          <p:cNvSpPr/>
          <p:nvPr/>
        </p:nvSpPr>
        <p:spPr bwMode="auto">
          <a:xfrm>
            <a:off x="0" y="0"/>
            <a:ext cx="12192000" cy="105083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4556A387-40D2-08F2-59B3-8F960A2F1B0F}"/>
              </a:ext>
            </a:extLst>
          </p:cNvPr>
          <p:cNvSpPr>
            <a:spLocks noGrp="1"/>
          </p:cNvSpPr>
          <p:nvPr>
            <p:ph type="title"/>
          </p:nvPr>
        </p:nvSpPr>
        <p:spPr>
          <a:xfrm>
            <a:off x="287963" y="288036"/>
            <a:ext cx="4604672" cy="762794"/>
          </a:xfrm>
        </p:spPr>
        <p:txBody>
          <a:bodyPr/>
          <a:lstStyle/>
          <a:p>
            <a:r>
              <a:rPr lang="en-US" sz="2800" dirty="0"/>
              <a:t>Agentic Implementation</a:t>
            </a:r>
          </a:p>
        </p:txBody>
      </p:sp>
      <p:sp>
        <p:nvSpPr>
          <p:cNvPr id="3" name="Text Placeholder 2">
            <a:extLst>
              <a:ext uri="{FF2B5EF4-FFF2-40B4-BE49-F238E27FC236}">
                <a16:creationId xmlns:a16="http://schemas.microsoft.com/office/drawing/2014/main" id="{0C2CB447-5218-2DE3-972C-61BC8ED5437D}"/>
              </a:ext>
            </a:extLst>
          </p:cNvPr>
          <p:cNvSpPr>
            <a:spLocks noGrp="1"/>
          </p:cNvSpPr>
          <p:nvPr>
            <p:ph type="body" sz="quarter" idx="11"/>
          </p:nvPr>
        </p:nvSpPr>
        <p:spPr>
          <a:xfrm>
            <a:off x="283201" y="1219144"/>
            <a:ext cx="2477765" cy="5020542"/>
          </a:xfrm>
          <a:noFill/>
          <a:ln w="76200">
            <a:noFill/>
          </a:ln>
        </p:spPr>
        <p:txBody>
          <a:bodyPr/>
          <a:lstStyle/>
          <a:p>
            <a:r>
              <a:rPr lang="en-US" sz="1800" dirty="0"/>
              <a:t>Prompt Engineering</a:t>
            </a:r>
          </a:p>
          <a:p>
            <a:endParaRPr lang="en-US" sz="1800" dirty="0"/>
          </a:p>
          <a:p>
            <a:pPr marL="571500" indent="-571500">
              <a:buFont typeface="Arial" panose="020B0604020202020204" pitchFamily="34" charset="0"/>
              <a:buChar char="•"/>
            </a:pPr>
            <a:r>
              <a:rPr lang="en-US" sz="1800" dirty="0"/>
              <a:t>Optimizing your input to tailor the output of your LLM</a:t>
            </a:r>
          </a:p>
          <a:p>
            <a:pPr marL="571500" indent="-571500">
              <a:buFont typeface="Arial" panose="020B0604020202020204" pitchFamily="34" charset="0"/>
              <a:buChar char="•"/>
            </a:pPr>
            <a:r>
              <a:rPr lang="en-US" sz="1800" dirty="0"/>
              <a:t>Exists in a single conversation between you and the agent</a:t>
            </a:r>
          </a:p>
          <a:p>
            <a:pPr marL="571500" indent="-571500">
              <a:buFont typeface="Arial" panose="020B0604020202020204" pitchFamily="34" charset="0"/>
              <a:buChar char="•"/>
            </a:pPr>
            <a:r>
              <a:rPr lang="en-US" sz="1800" dirty="0"/>
              <a:t>Relies on the specificity and clarity of each individual message</a:t>
            </a:r>
          </a:p>
        </p:txBody>
      </p:sp>
      <p:sp>
        <p:nvSpPr>
          <p:cNvPr id="4" name="Text Placeholder 3">
            <a:extLst>
              <a:ext uri="{FF2B5EF4-FFF2-40B4-BE49-F238E27FC236}">
                <a16:creationId xmlns:a16="http://schemas.microsoft.com/office/drawing/2014/main" id="{D180DC64-92C4-937C-C4E3-7A72D73901B6}"/>
              </a:ext>
            </a:extLst>
          </p:cNvPr>
          <p:cNvSpPr>
            <a:spLocks noGrp="1"/>
          </p:cNvSpPr>
          <p:nvPr>
            <p:ph type="body" sz="quarter" idx="12"/>
          </p:nvPr>
        </p:nvSpPr>
        <p:spPr>
          <a:xfrm>
            <a:off x="3330142" y="1219144"/>
            <a:ext cx="2475384" cy="5020542"/>
          </a:xfrm>
          <a:noFill/>
          <a:ln w="76200">
            <a:noFill/>
          </a:ln>
        </p:spPr>
        <p:txBody>
          <a:bodyPr/>
          <a:lstStyle/>
          <a:p>
            <a:r>
              <a:rPr lang="en-US" sz="1800" dirty="0"/>
              <a:t>Context Engineering</a:t>
            </a:r>
          </a:p>
          <a:p>
            <a:endParaRPr lang="en-US" sz="1800" dirty="0"/>
          </a:p>
          <a:p>
            <a:pPr marL="571500" indent="-571500">
              <a:buFont typeface="Arial" panose="020B0604020202020204" pitchFamily="34" charset="0"/>
              <a:buChar char="•"/>
            </a:pPr>
            <a:r>
              <a:rPr lang="en-US" sz="1800" dirty="0"/>
              <a:t>Curating relevant information presented to the model via context</a:t>
            </a:r>
          </a:p>
          <a:p>
            <a:pPr marL="571500" indent="-571500">
              <a:buFont typeface="Arial" panose="020B0604020202020204" pitchFamily="34" charset="0"/>
              <a:buChar char="•"/>
            </a:pPr>
            <a:r>
              <a:rPr lang="en-US" sz="1800" dirty="0"/>
              <a:t>Manages context-window noise and cost</a:t>
            </a:r>
          </a:p>
          <a:p>
            <a:pPr marL="571500" indent="-571500">
              <a:buFont typeface="Arial" panose="020B0604020202020204" pitchFamily="34" charset="0"/>
              <a:buChar char="•"/>
            </a:pPr>
            <a:r>
              <a:rPr lang="en-US" sz="1800" dirty="0"/>
              <a:t>Foundational to further forms of agentic engineering</a:t>
            </a:r>
          </a:p>
          <a:p>
            <a:endParaRPr lang="en-US" sz="1800" dirty="0"/>
          </a:p>
        </p:txBody>
      </p:sp>
      <p:sp>
        <p:nvSpPr>
          <p:cNvPr id="5" name="Text Placeholder 4">
            <a:extLst>
              <a:ext uri="{FF2B5EF4-FFF2-40B4-BE49-F238E27FC236}">
                <a16:creationId xmlns:a16="http://schemas.microsoft.com/office/drawing/2014/main" id="{3CFD82CE-DADA-94C3-C3A9-F120231747A8}"/>
              </a:ext>
            </a:extLst>
          </p:cNvPr>
          <p:cNvSpPr>
            <a:spLocks noGrp="1"/>
          </p:cNvSpPr>
          <p:nvPr>
            <p:ph type="body" sz="quarter" idx="13"/>
          </p:nvPr>
        </p:nvSpPr>
        <p:spPr>
          <a:xfrm>
            <a:off x="6384406" y="1219144"/>
            <a:ext cx="2476178" cy="5020542"/>
          </a:xfrm>
          <a:noFill/>
          <a:ln w="76200">
            <a:noFill/>
          </a:ln>
        </p:spPr>
        <p:txBody>
          <a:bodyPr/>
          <a:lstStyle/>
          <a:p>
            <a:r>
              <a:rPr lang="en-US" sz="1800" dirty="0"/>
              <a:t>Loop Engineering</a:t>
            </a:r>
          </a:p>
          <a:p>
            <a:endParaRPr lang="en-US" sz="1800" dirty="0"/>
          </a:p>
          <a:p>
            <a:pPr marL="571500" indent="-571500">
              <a:buFont typeface="Arial" panose="020B0604020202020204" pitchFamily="34" charset="0"/>
              <a:buChar char="•"/>
            </a:pPr>
            <a:r>
              <a:rPr lang="en-US" sz="1800" dirty="0"/>
              <a:t>Building a system by which the agent iterates and loops through different tasks</a:t>
            </a:r>
          </a:p>
          <a:p>
            <a:pPr marL="571500" indent="-571500">
              <a:buFont typeface="Arial" panose="020B0604020202020204" pitchFamily="34" charset="0"/>
              <a:buChar char="•"/>
            </a:pPr>
            <a:r>
              <a:rPr lang="en-US" sz="1800" dirty="0"/>
              <a:t>Agent prompts itself and decides what to do next from your spec</a:t>
            </a:r>
          </a:p>
          <a:p>
            <a:pPr marL="571500" indent="-571500">
              <a:buFont typeface="Arial" panose="020B0604020202020204" pitchFamily="34" charset="0"/>
              <a:buChar char="•"/>
            </a:pPr>
            <a:r>
              <a:rPr lang="en-US" sz="1800" dirty="0"/>
              <a:t>Though much more autonomous, is still a linear process</a:t>
            </a:r>
          </a:p>
          <a:p>
            <a:endParaRPr lang="en-US" sz="1800" dirty="0"/>
          </a:p>
        </p:txBody>
      </p:sp>
      <p:sp>
        <p:nvSpPr>
          <p:cNvPr id="6" name="Text Placeholder 5">
            <a:extLst>
              <a:ext uri="{FF2B5EF4-FFF2-40B4-BE49-F238E27FC236}">
                <a16:creationId xmlns:a16="http://schemas.microsoft.com/office/drawing/2014/main" id="{F47CFDCB-28AF-8C67-09A1-F844A1BAF0B2}"/>
              </a:ext>
            </a:extLst>
          </p:cNvPr>
          <p:cNvSpPr>
            <a:spLocks noGrp="1"/>
          </p:cNvSpPr>
          <p:nvPr>
            <p:ph type="body" sz="quarter" idx="14"/>
          </p:nvPr>
        </p:nvSpPr>
        <p:spPr>
          <a:xfrm>
            <a:off x="9425348" y="1219144"/>
            <a:ext cx="2479352" cy="5020542"/>
          </a:xfrm>
          <a:noFill/>
          <a:ln w="76200">
            <a:noFill/>
          </a:ln>
        </p:spPr>
        <p:txBody>
          <a:bodyPr/>
          <a:lstStyle/>
          <a:p>
            <a:r>
              <a:rPr lang="en-US" sz="1800" dirty="0"/>
              <a:t>Graph Engineering</a:t>
            </a:r>
          </a:p>
          <a:p>
            <a:endParaRPr lang="en-US" sz="1800" dirty="0"/>
          </a:p>
          <a:p>
            <a:pPr marL="571500" indent="-571500">
              <a:buFont typeface="Arial" panose="020B0604020202020204" pitchFamily="34" charset="0"/>
              <a:buChar char="•"/>
            </a:pPr>
            <a:r>
              <a:rPr lang="en-US" sz="1800" dirty="0"/>
              <a:t>Developing an agent graph to coordinate work between multiple agents</a:t>
            </a:r>
          </a:p>
          <a:p>
            <a:pPr marL="571500" indent="-571500">
              <a:buFont typeface="Arial" panose="020B0604020202020204" pitchFamily="34" charset="0"/>
              <a:buChar char="•"/>
            </a:pPr>
            <a:r>
              <a:rPr lang="en-US" sz="1800" dirty="0"/>
              <a:t>Each agent performs a designated step within an iteration</a:t>
            </a:r>
          </a:p>
          <a:p>
            <a:pPr marL="571500" indent="-571500">
              <a:buFont typeface="Arial" panose="020B0604020202020204" pitchFamily="34" charset="0"/>
              <a:buChar char="•"/>
            </a:pPr>
            <a:r>
              <a:rPr lang="en-US" sz="1800" dirty="0"/>
              <a:t>Forms a multi-agent pipeline</a:t>
            </a:r>
          </a:p>
          <a:p>
            <a:pPr marL="571500" indent="-571500">
              <a:buFont typeface="Arial" panose="020B0604020202020204" pitchFamily="34" charset="0"/>
              <a:buChar char="•"/>
            </a:pPr>
            <a:r>
              <a:rPr lang="en-US" sz="1800" dirty="0"/>
              <a:t>Enables parallelization</a:t>
            </a:r>
          </a:p>
          <a:p>
            <a:endParaRPr lang="en-US" sz="1800" dirty="0"/>
          </a:p>
        </p:txBody>
      </p:sp>
      <p:sp>
        <p:nvSpPr>
          <p:cNvPr id="8" name="Slide Number Placeholder 7">
            <a:extLst>
              <a:ext uri="{FF2B5EF4-FFF2-40B4-BE49-F238E27FC236}">
                <a16:creationId xmlns:a16="http://schemas.microsoft.com/office/drawing/2014/main" id="{C302C7B9-E89E-AD88-EBB3-8DF4B9FE59DC}"/>
              </a:ext>
            </a:extLst>
          </p:cNvPr>
          <p:cNvSpPr>
            <a:spLocks noGrp="1"/>
          </p:cNvSpPr>
          <p:nvPr>
            <p:ph type="sldNum" sz="quarter" idx="4"/>
          </p:nvPr>
        </p:nvSpPr>
        <p:spPr/>
        <p:txBody>
          <a:bodyPr/>
          <a:lstStyle/>
          <a:p>
            <a:fld id="{86CB4B4D-7CA3-9044-876B-883B54F8677D}" type="slidenum">
              <a:rPr lang="en-US" smtClean="0"/>
              <a:pPr/>
              <a:t>31</a:t>
            </a:fld>
            <a:endParaRPr lang="en-US"/>
          </a:p>
        </p:txBody>
      </p:sp>
      <p:sp>
        <p:nvSpPr>
          <p:cNvPr id="10" name="Footer Placeholder 1">
            <a:extLst>
              <a:ext uri="{FF2B5EF4-FFF2-40B4-BE49-F238E27FC236}">
                <a16:creationId xmlns:a16="http://schemas.microsoft.com/office/drawing/2014/main" id="{FC44DD8A-D660-4124-7FCA-69D8C7A22D75}"/>
              </a:ext>
            </a:extLst>
          </p:cNvPr>
          <p:cNvSpPr>
            <a:spLocks noGrp="1"/>
          </p:cNvSpPr>
          <p:nvPr>
            <p:ph type="ftr" sz="quarter" idx="18"/>
          </p:nvPr>
        </p:nvSpPr>
        <p:spPr>
          <a:xfrm>
            <a:off x="287963" y="6408000"/>
            <a:ext cx="2471416" cy="190500"/>
          </a:xfrm>
        </p:spPr>
        <p:txBody>
          <a:bodyPr/>
          <a:lstStyle/>
          <a:p>
            <a:r>
              <a:rPr lang="en-US"/>
              <a:t>Agentic Engineering in Practice</a:t>
            </a:r>
          </a:p>
        </p:txBody>
      </p:sp>
      <p:sp>
        <p:nvSpPr>
          <p:cNvPr id="11" name="Title 22">
            <a:extLst>
              <a:ext uri="{FF2B5EF4-FFF2-40B4-BE49-F238E27FC236}">
                <a16:creationId xmlns:a16="http://schemas.microsoft.com/office/drawing/2014/main" id="{4BDE8FC7-9324-29F4-F700-B8352E070E54}"/>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2: Implementation</a:t>
            </a:r>
          </a:p>
        </p:txBody>
      </p:sp>
    </p:spTree>
    <p:extLst>
      <p:ext uri="{BB962C8B-B14F-4D97-AF65-F5344CB8AC3E}">
        <p14:creationId xmlns:p14="http://schemas.microsoft.com/office/powerpoint/2010/main" val="823413377"/>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EDD0E-E059-8FCF-AE9F-7A41AB34801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29C84E-10EE-BB11-DBC2-BC2CF4B47581}"/>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93FDCFF6-FF6C-39A7-0B5E-84485A3D9B9C}"/>
              </a:ext>
            </a:extLst>
          </p:cNvPr>
          <p:cNvSpPr>
            <a:spLocks noGrp="1"/>
          </p:cNvSpPr>
          <p:nvPr>
            <p:ph type="sldNum" sz="quarter" idx="4"/>
          </p:nvPr>
        </p:nvSpPr>
        <p:spPr/>
        <p:txBody>
          <a:bodyPr/>
          <a:lstStyle/>
          <a:p>
            <a:fld id="{86CB4B4D-7CA3-9044-876B-883B54F8677D}" type="slidenum">
              <a:rPr lang="en-US" smtClean="0"/>
              <a:pPr/>
              <a:t>32</a:t>
            </a:fld>
            <a:endParaRPr lang="en-US"/>
          </a:p>
        </p:txBody>
      </p:sp>
      <p:sp>
        <p:nvSpPr>
          <p:cNvPr id="4" name="Text Placeholder 3">
            <a:extLst>
              <a:ext uri="{FF2B5EF4-FFF2-40B4-BE49-F238E27FC236}">
                <a16:creationId xmlns:a16="http://schemas.microsoft.com/office/drawing/2014/main" id="{11039F16-39CD-5032-828E-59A3CB862E04}"/>
              </a:ext>
            </a:extLst>
          </p:cNvPr>
          <p:cNvSpPr>
            <a:spLocks noGrp="1"/>
          </p:cNvSpPr>
          <p:nvPr>
            <p:ph type="body" sz="quarter" idx="19"/>
          </p:nvPr>
        </p:nvSpPr>
        <p:spPr>
          <a:xfrm>
            <a:off x="287964" y="154800"/>
            <a:ext cx="7252868" cy="5675984"/>
          </a:xfrm>
        </p:spPr>
        <p:txBody>
          <a:bodyPr/>
          <a:lstStyle/>
          <a:p>
            <a:r>
              <a:rPr lang="en-US" dirty="0"/>
              <a:t>The amount of </a:t>
            </a:r>
            <a:r>
              <a:rPr lang="en-US" b="1" dirty="0">
                <a:solidFill>
                  <a:srgbClr val="F1C21B"/>
                </a:solidFill>
              </a:rPr>
              <a:t>autonomy</a:t>
            </a:r>
            <a:r>
              <a:rPr lang="en-US" dirty="0"/>
              <a:t> you can give your agent comes from your ability to design a system that allows it to succeed.</a:t>
            </a:r>
          </a:p>
        </p:txBody>
      </p:sp>
      <p:sp>
        <p:nvSpPr>
          <p:cNvPr id="5" name="Title 22">
            <a:extLst>
              <a:ext uri="{FF2B5EF4-FFF2-40B4-BE49-F238E27FC236}">
                <a16:creationId xmlns:a16="http://schemas.microsoft.com/office/drawing/2014/main" id="{0D7014C3-6AEF-6CD7-F56F-2BF647D24462}"/>
              </a:ext>
            </a:extLst>
          </p:cNvPr>
          <p:cNvSpPr txBox="1">
            <a:spLocks/>
          </p:cNvSpPr>
          <p:nvPr/>
        </p:nvSpPr>
        <p:spPr>
          <a:xfrm>
            <a:off x="7196448" y="6408001"/>
            <a:ext cx="4369906" cy="1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2: Implementation</a:t>
            </a:r>
          </a:p>
        </p:txBody>
      </p:sp>
    </p:spTree>
    <p:extLst>
      <p:ext uri="{BB962C8B-B14F-4D97-AF65-F5344CB8AC3E}">
        <p14:creationId xmlns:p14="http://schemas.microsoft.com/office/powerpoint/2010/main" val="2578007155"/>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E5BF6-C51C-59C9-3E3E-74E314D52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931937-18F7-1805-C52C-8D31473D611A}"/>
              </a:ext>
            </a:extLst>
          </p:cNvPr>
          <p:cNvSpPr>
            <a:spLocks noGrp="1"/>
          </p:cNvSpPr>
          <p:nvPr>
            <p:ph type="title"/>
          </p:nvPr>
        </p:nvSpPr>
        <p:spPr/>
        <p:txBody>
          <a:bodyPr/>
          <a:lstStyle/>
          <a:p>
            <a:r>
              <a:rPr lang="en-US">
                <a:latin typeface="+mj-lt"/>
              </a:rPr>
              <a:t>Module 2 Walkthrough</a:t>
            </a:r>
          </a:p>
        </p:txBody>
      </p:sp>
      <p:sp>
        <p:nvSpPr>
          <p:cNvPr id="3" name="Footer Placeholder 2">
            <a:extLst>
              <a:ext uri="{FF2B5EF4-FFF2-40B4-BE49-F238E27FC236}">
                <a16:creationId xmlns:a16="http://schemas.microsoft.com/office/drawing/2014/main" id="{79196ED5-7149-D966-5535-7BDCD5FA955C}"/>
              </a:ext>
            </a:extLst>
          </p:cNvPr>
          <p:cNvSpPr>
            <a:spLocks noGrp="1"/>
          </p:cNvSpPr>
          <p:nvPr>
            <p:ph type="ftr" sz="quarter" idx="18"/>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4D04230F-8BBE-5C02-D7D6-F9405C78A831}"/>
              </a:ext>
            </a:extLst>
          </p:cNvPr>
          <p:cNvSpPr>
            <a:spLocks noGrp="1"/>
          </p:cNvSpPr>
          <p:nvPr>
            <p:ph type="sldNum" sz="quarter" idx="4"/>
          </p:nvPr>
        </p:nvSpPr>
        <p:spPr/>
        <p:txBody>
          <a:bodyPr/>
          <a:lstStyle/>
          <a:p>
            <a:fld id="{86CB4B4D-7CA3-9044-876B-883B54F8677D}" type="slidenum">
              <a:rPr lang="en-US" smtClean="0"/>
              <a:pPr/>
              <a:t>33</a:t>
            </a:fld>
            <a:endParaRPr lang="en-US"/>
          </a:p>
        </p:txBody>
      </p:sp>
      <p:sp>
        <p:nvSpPr>
          <p:cNvPr id="6" name="Title 22">
            <a:extLst>
              <a:ext uri="{FF2B5EF4-FFF2-40B4-BE49-F238E27FC236}">
                <a16:creationId xmlns:a16="http://schemas.microsoft.com/office/drawing/2014/main" id="{9BB291F6-DFC1-03B6-B19C-A288B3E684D4}"/>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2: Implementation</a:t>
            </a:r>
          </a:p>
        </p:txBody>
      </p:sp>
    </p:spTree>
    <p:extLst>
      <p:ext uri="{BB962C8B-B14F-4D97-AF65-F5344CB8AC3E}">
        <p14:creationId xmlns:p14="http://schemas.microsoft.com/office/powerpoint/2010/main" val="26984598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DFB45-871A-7282-B66F-E3843BEDD61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65222A2-8E09-C205-89FA-BD149074D118}"/>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9776F69E-FD6D-0B66-1332-E93A024AE7C2}"/>
              </a:ext>
            </a:extLst>
          </p:cNvPr>
          <p:cNvSpPr>
            <a:spLocks noGrp="1"/>
          </p:cNvSpPr>
          <p:nvPr>
            <p:ph type="sldNum" sz="quarter" idx="4"/>
          </p:nvPr>
        </p:nvSpPr>
        <p:spPr/>
        <p:txBody>
          <a:bodyPr/>
          <a:lstStyle/>
          <a:p>
            <a:fld id="{86CB4B4D-7CA3-9044-876B-883B54F8677D}" type="slidenum">
              <a:rPr lang="en-US" smtClean="0"/>
              <a:pPr/>
              <a:t>34</a:t>
            </a:fld>
            <a:endParaRPr lang="en-US"/>
          </a:p>
        </p:txBody>
      </p:sp>
      <p:sp>
        <p:nvSpPr>
          <p:cNvPr id="4" name="Text Placeholder 3">
            <a:extLst>
              <a:ext uri="{FF2B5EF4-FFF2-40B4-BE49-F238E27FC236}">
                <a16:creationId xmlns:a16="http://schemas.microsoft.com/office/drawing/2014/main" id="{59FF8291-82A0-9C88-491A-3EB9DCD664CC}"/>
              </a:ext>
            </a:extLst>
          </p:cNvPr>
          <p:cNvSpPr>
            <a:spLocks noGrp="1"/>
          </p:cNvSpPr>
          <p:nvPr>
            <p:ph type="body" sz="quarter" idx="19"/>
          </p:nvPr>
        </p:nvSpPr>
        <p:spPr/>
        <p:txBody>
          <a:bodyPr/>
          <a:lstStyle/>
          <a:p>
            <a:r>
              <a:rPr lang="en-US"/>
              <a:t>Module 3: Verification</a:t>
            </a:r>
          </a:p>
        </p:txBody>
      </p:sp>
    </p:spTree>
    <p:extLst>
      <p:ext uri="{BB962C8B-B14F-4D97-AF65-F5344CB8AC3E}">
        <p14:creationId xmlns:p14="http://schemas.microsoft.com/office/powerpoint/2010/main" val="3627901982"/>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63058-F919-33FD-1DFC-6A076E2F308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A1539C-40F3-1826-5634-116A5FE4E5E2}"/>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C5710196-3E81-DA51-8E1B-1B353BE920C6}"/>
              </a:ext>
            </a:extLst>
          </p:cNvPr>
          <p:cNvSpPr>
            <a:spLocks noGrp="1"/>
          </p:cNvSpPr>
          <p:nvPr>
            <p:ph type="sldNum" sz="quarter" idx="4"/>
          </p:nvPr>
        </p:nvSpPr>
        <p:spPr/>
        <p:txBody>
          <a:bodyPr/>
          <a:lstStyle/>
          <a:p>
            <a:fld id="{86CB4B4D-7CA3-9044-876B-883B54F8677D}" type="slidenum">
              <a:rPr lang="en-US" smtClean="0"/>
              <a:pPr/>
              <a:t>35</a:t>
            </a:fld>
            <a:endParaRPr lang="en-US"/>
          </a:p>
        </p:txBody>
      </p:sp>
      <p:sp>
        <p:nvSpPr>
          <p:cNvPr id="4" name="Text Placeholder 3">
            <a:extLst>
              <a:ext uri="{FF2B5EF4-FFF2-40B4-BE49-F238E27FC236}">
                <a16:creationId xmlns:a16="http://schemas.microsoft.com/office/drawing/2014/main" id="{0982E819-2401-EA0B-416E-704891B927FE}"/>
              </a:ext>
            </a:extLst>
          </p:cNvPr>
          <p:cNvSpPr>
            <a:spLocks noGrp="1"/>
          </p:cNvSpPr>
          <p:nvPr>
            <p:ph type="body" sz="quarter" idx="19"/>
          </p:nvPr>
        </p:nvSpPr>
        <p:spPr>
          <a:xfrm>
            <a:off x="287962" y="154800"/>
            <a:ext cx="11904037" cy="5178133"/>
          </a:xfrm>
        </p:spPr>
        <p:txBody>
          <a:bodyPr/>
          <a:lstStyle/>
          <a:p>
            <a:r>
              <a:rPr lang="en-US" dirty="0"/>
              <a:t>Common failure modes:</a:t>
            </a:r>
          </a:p>
          <a:p>
            <a:endParaRPr lang="en-US" dirty="0"/>
          </a:p>
          <a:p>
            <a:pPr marL="571500" indent="-571500">
              <a:buFont typeface="Arial" panose="020B0604020202020204" pitchFamily="34" charset="0"/>
              <a:buChar char="•"/>
            </a:pPr>
            <a:r>
              <a:rPr lang="en-US" dirty="0"/>
              <a:t>Structural	</a:t>
            </a:r>
            <a:r>
              <a:rPr lang="en-US" sz="2800" i="1" dirty="0"/>
              <a:t>Implementation failure</a:t>
            </a:r>
          </a:p>
          <a:p>
            <a:endParaRPr lang="en-US" sz="2800" i="1" dirty="0"/>
          </a:p>
          <a:p>
            <a:endParaRPr lang="en-US" sz="2800" dirty="0"/>
          </a:p>
          <a:p>
            <a:pPr marL="571500" indent="-571500">
              <a:buFont typeface="Arial" panose="020B0604020202020204" pitchFamily="34" charset="0"/>
              <a:buChar char="•"/>
            </a:pPr>
            <a:r>
              <a:rPr lang="en-US" dirty="0"/>
              <a:t>Content	</a:t>
            </a:r>
            <a:r>
              <a:rPr lang="en-US" sz="2800" i="1" dirty="0"/>
              <a:t>The code exists, but should it?</a:t>
            </a:r>
          </a:p>
          <a:p>
            <a:endParaRPr lang="en-US" sz="2800" i="1" dirty="0"/>
          </a:p>
          <a:p>
            <a:endParaRPr lang="en-US" sz="2800" dirty="0"/>
          </a:p>
          <a:p>
            <a:pPr marL="571500" indent="-571500">
              <a:buFont typeface="Arial" panose="020B0604020202020204" pitchFamily="34" charset="0"/>
              <a:buChar char="•"/>
            </a:pPr>
            <a:r>
              <a:rPr lang="en-US" dirty="0"/>
              <a:t>Stylistic</a:t>
            </a:r>
            <a:r>
              <a:rPr lang="en-US" sz="3200" i="1" dirty="0"/>
              <a:t>		</a:t>
            </a:r>
            <a:r>
              <a:rPr lang="en-US" sz="2800" i="1" dirty="0"/>
              <a:t>Everything works, but you’re not proud of it</a:t>
            </a:r>
            <a:endParaRPr lang="en-US" sz="3200" i="1" dirty="0"/>
          </a:p>
          <a:p>
            <a:endParaRPr lang="en-US" sz="3200" dirty="0"/>
          </a:p>
          <a:p>
            <a:endParaRPr lang="en-US" dirty="0"/>
          </a:p>
        </p:txBody>
      </p:sp>
      <p:sp>
        <p:nvSpPr>
          <p:cNvPr id="5" name="Title 22">
            <a:extLst>
              <a:ext uri="{FF2B5EF4-FFF2-40B4-BE49-F238E27FC236}">
                <a16:creationId xmlns:a16="http://schemas.microsoft.com/office/drawing/2014/main" id="{4713B951-58ED-8722-F53C-6BD2397D805A}"/>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3: Verification</a:t>
            </a:r>
          </a:p>
        </p:txBody>
      </p:sp>
      <p:sp>
        <p:nvSpPr>
          <p:cNvPr id="6" name="TextBox 5">
            <a:extLst>
              <a:ext uri="{FF2B5EF4-FFF2-40B4-BE49-F238E27FC236}">
                <a16:creationId xmlns:a16="http://schemas.microsoft.com/office/drawing/2014/main" id="{F2A81AAE-10C3-F450-4717-37E7C63373BF}"/>
              </a:ext>
            </a:extLst>
          </p:cNvPr>
          <p:cNvSpPr txBox="1"/>
          <p:nvPr/>
        </p:nvSpPr>
        <p:spPr>
          <a:xfrm>
            <a:off x="3135086" y="4868883"/>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graphicFrame>
        <p:nvGraphicFramePr>
          <p:cNvPr id="7" name="Table 6">
            <a:extLst>
              <a:ext uri="{FF2B5EF4-FFF2-40B4-BE49-F238E27FC236}">
                <a16:creationId xmlns:a16="http://schemas.microsoft.com/office/drawing/2014/main" id="{E016085C-D700-4C70-1DCB-A42C90C9552B}"/>
              </a:ext>
            </a:extLst>
          </p:cNvPr>
          <p:cNvGraphicFramePr>
            <a:graphicFrameLocks noGrp="1"/>
          </p:cNvGraphicFramePr>
          <p:nvPr>
            <p:extLst>
              <p:ext uri="{D42A27DB-BD31-4B8C-83A1-F6EECF244321}">
                <p14:modId xmlns:p14="http://schemas.microsoft.com/office/powerpoint/2010/main" val="3381448480"/>
              </p:ext>
            </p:extLst>
          </p:nvPr>
        </p:nvGraphicFramePr>
        <p:xfrm>
          <a:off x="625640" y="3759490"/>
          <a:ext cx="10940709" cy="396240"/>
        </p:xfrm>
        <a:graphic>
          <a:graphicData uri="http://schemas.openxmlformats.org/drawingml/2006/table">
            <a:tbl>
              <a:tblPr firstRow="1" bandRow="1">
                <a:tableStyleId>{073A0DAA-6AF3-43AB-8588-CEC1D06C72B9}</a:tableStyleId>
              </a:tblPr>
              <a:tblGrid>
                <a:gridCol w="3646903">
                  <a:extLst>
                    <a:ext uri="{9D8B030D-6E8A-4147-A177-3AD203B41FA5}">
                      <a16:colId xmlns:a16="http://schemas.microsoft.com/office/drawing/2014/main" val="785557394"/>
                    </a:ext>
                  </a:extLst>
                </a:gridCol>
                <a:gridCol w="3646903">
                  <a:extLst>
                    <a:ext uri="{9D8B030D-6E8A-4147-A177-3AD203B41FA5}">
                      <a16:colId xmlns:a16="http://schemas.microsoft.com/office/drawing/2014/main" val="55161328"/>
                    </a:ext>
                  </a:extLst>
                </a:gridCol>
                <a:gridCol w="3646903">
                  <a:extLst>
                    <a:ext uri="{9D8B030D-6E8A-4147-A177-3AD203B41FA5}">
                      <a16:colId xmlns:a16="http://schemas.microsoft.com/office/drawing/2014/main" val="1718439511"/>
                    </a:ext>
                  </a:extLst>
                </a:gridCol>
              </a:tblGrid>
              <a:tr h="0">
                <a:tc>
                  <a:txBody>
                    <a:bodyPr/>
                    <a:lstStyle/>
                    <a:p>
                      <a:pPr algn="ctr"/>
                      <a:r>
                        <a:rPr lang="en-US" sz="2000" b="0" i="1" dirty="0">
                          <a:solidFill>
                            <a:schemeClr val="tx1"/>
                          </a:solidFill>
                        </a:rPr>
                        <a:t>Local vs. Global Issues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sz="2000" b="0" i="1" dirty="0">
                          <a:solidFill>
                            <a:schemeClr val="tx1"/>
                          </a:solidFill>
                        </a:rPr>
                        <a:t>Missing edge cases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sz="2000" b="0" i="1" dirty="0">
                          <a:solidFill>
                            <a:schemeClr val="tx1"/>
                          </a:solidFill>
                        </a:rPr>
                        <a:t>Incorrect dependency</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6378518"/>
                  </a:ext>
                </a:extLst>
              </a:tr>
            </a:tbl>
          </a:graphicData>
        </a:graphic>
      </p:graphicFrame>
      <p:graphicFrame>
        <p:nvGraphicFramePr>
          <p:cNvPr id="8" name="Table 7">
            <a:extLst>
              <a:ext uri="{FF2B5EF4-FFF2-40B4-BE49-F238E27FC236}">
                <a16:creationId xmlns:a16="http://schemas.microsoft.com/office/drawing/2014/main" id="{EF4F4FEE-BF11-9CB4-0BA2-4DCEEB0D11D9}"/>
              </a:ext>
            </a:extLst>
          </p:cNvPr>
          <p:cNvGraphicFramePr>
            <a:graphicFrameLocks noGrp="1"/>
          </p:cNvGraphicFramePr>
          <p:nvPr>
            <p:extLst>
              <p:ext uri="{D42A27DB-BD31-4B8C-83A1-F6EECF244321}">
                <p14:modId xmlns:p14="http://schemas.microsoft.com/office/powerpoint/2010/main" val="1482819919"/>
              </p:ext>
            </p:extLst>
          </p:nvPr>
        </p:nvGraphicFramePr>
        <p:xfrm>
          <a:off x="625642" y="2254568"/>
          <a:ext cx="10940709" cy="396240"/>
        </p:xfrm>
        <a:graphic>
          <a:graphicData uri="http://schemas.openxmlformats.org/drawingml/2006/table">
            <a:tbl>
              <a:tblPr firstRow="1" bandRow="1">
                <a:tableStyleId>{073A0DAA-6AF3-43AB-8588-CEC1D06C72B9}</a:tableStyleId>
              </a:tblPr>
              <a:tblGrid>
                <a:gridCol w="3646903">
                  <a:extLst>
                    <a:ext uri="{9D8B030D-6E8A-4147-A177-3AD203B41FA5}">
                      <a16:colId xmlns:a16="http://schemas.microsoft.com/office/drawing/2014/main" val="791674060"/>
                    </a:ext>
                  </a:extLst>
                </a:gridCol>
                <a:gridCol w="3646903">
                  <a:extLst>
                    <a:ext uri="{9D8B030D-6E8A-4147-A177-3AD203B41FA5}">
                      <a16:colId xmlns:a16="http://schemas.microsoft.com/office/drawing/2014/main" val="2766642032"/>
                    </a:ext>
                  </a:extLst>
                </a:gridCol>
                <a:gridCol w="3646903">
                  <a:extLst>
                    <a:ext uri="{9D8B030D-6E8A-4147-A177-3AD203B41FA5}">
                      <a16:colId xmlns:a16="http://schemas.microsoft.com/office/drawing/2014/main" val="1490515128"/>
                    </a:ext>
                  </a:extLst>
                </a:gridCol>
              </a:tblGrid>
              <a:tr h="0">
                <a:tc>
                  <a:txBody>
                    <a:bodyPr/>
                    <a:lstStyle/>
                    <a:p>
                      <a:pPr algn="ctr"/>
                      <a:r>
                        <a:rPr lang="en-US" sz="2000" b="0" i="1" dirty="0">
                          <a:solidFill>
                            <a:schemeClr val="tx1"/>
                          </a:solidFill>
                        </a:rPr>
                        <a:t>Missing functionality</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000" b="0" i="1" dirty="0">
                          <a:solidFill>
                            <a:schemeClr val="tx1"/>
                          </a:solidFill>
                        </a:rPr>
                        <a:t>Incomplete abstractions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000" b="0" i="1" dirty="0">
                          <a:solidFill>
                            <a:schemeClr val="tx1"/>
                          </a:solidFill>
                        </a:rPr>
                        <a:t>Pseudocode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93676485"/>
                  </a:ext>
                </a:extLst>
              </a:tr>
            </a:tbl>
          </a:graphicData>
        </a:graphic>
      </p:graphicFrame>
      <p:graphicFrame>
        <p:nvGraphicFramePr>
          <p:cNvPr id="9" name="Table 8">
            <a:extLst>
              <a:ext uri="{FF2B5EF4-FFF2-40B4-BE49-F238E27FC236}">
                <a16:creationId xmlns:a16="http://schemas.microsoft.com/office/drawing/2014/main" id="{EE6B250E-5034-B8DD-531A-411911D05B34}"/>
              </a:ext>
            </a:extLst>
          </p:cNvPr>
          <p:cNvGraphicFramePr>
            <a:graphicFrameLocks noGrp="1"/>
          </p:cNvGraphicFramePr>
          <p:nvPr>
            <p:extLst>
              <p:ext uri="{D42A27DB-BD31-4B8C-83A1-F6EECF244321}">
                <p14:modId xmlns:p14="http://schemas.microsoft.com/office/powerpoint/2010/main" val="1964911008"/>
              </p:ext>
            </p:extLst>
          </p:nvPr>
        </p:nvGraphicFramePr>
        <p:xfrm>
          <a:off x="625639" y="5264412"/>
          <a:ext cx="10940709" cy="396240"/>
        </p:xfrm>
        <a:graphic>
          <a:graphicData uri="http://schemas.openxmlformats.org/drawingml/2006/table">
            <a:tbl>
              <a:tblPr firstRow="1" bandRow="1">
                <a:tableStyleId>{073A0DAA-6AF3-43AB-8588-CEC1D06C72B9}</a:tableStyleId>
              </a:tblPr>
              <a:tblGrid>
                <a:gridCol w="3646903">
                  <a:extLst>
                    <a:ext uri="{9D8B030D-6E8A-4147-A177-3AD203B41FA5}">
                      <a16:colId xmlns:a16="http://schemas.microsoft.com/office/drawing/2014/main" val="3149490864"/>
                    </a:ext>
                  </a:extLst>
                </a:gridCol>
                <a:gridCol w="3646903">
                  <a:extLst>
                    <a:ext uri="{9D8B030D-6E8A-4147-A177-3AD203B41FA5}">
                      <a16:colId xmlns:a16="http://schemas.microsoft.com/office/drawing/2014/main" val="2556622643"/>
                    </a:ext>
                  </a:extLst>
                </a:gridCol>
                <a:gridCol w="3646903">
                  <a:extLst>
                    <a:ext uri="{9D8B030D-6E8A-4147-A177-3AD203B41FA5}">
                      <a16:colId xmlns:a16="http://schemas.microsoft.com/office/drawing/2014/main" val="2980083365"/>
                    </a:ext>
                  </a:extLst>
                </a:gridCol>
              </a:tblGrid>
              <a:tr h="0">
                <a:tc>
                  <a:txBody>
                    <a:bodyPr/>
                    <a:lstStyle/>
                    <a:p>
                      <a:pPr algn="ctr"/>
                      <a:r>
                        <a:rPr lang="en-US" sz="2000" b="0" i="1" dirty="0">
                          <a:solidFill>
                            <a:schemeClr val="tx1"/>
                          </a:solidFill>
                        </a:rPr>
                        <a:t>Dead code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sz="2000" b="0" i="1" dirty="0">
                          <a:solidFill>
                            <a:schemeClr val="tx1"/>
                          </a:solidFill>
                        </a:rPr>
                        <a:t>Hardcoded values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sz="2000" b="0" i="1" dirty="0">
                          <a:solidFill>
                            <a:schemeClr val="tx1"/>
                          </a:solidFill>
                        </a:rPr>
                        <a:t>Outdated libraries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85105032"/>
                  </a:ext>
                </a:extLst>
              </a:tr>
            </a:tbl>
          </a:graphicData>
        </a:graphic>
      </p:graphicFrame>
    </p:spTree>
    <p:extLst>
      <p:ext uri="{BB962C8B-B14F-4D97-AF65-F5344CB8AC3E}">
        <p14:creationId xmlns:p14="http://schemas.microsoft.com/office/powerpoint/2010/main" val="2924113376"/>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C70FE-3BEC-4E2E-3708-0D463C5985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030E713-192E-5914-BEA6-FE6D99CFCBB3}"/>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DA7BABC3-D5D0-F430-5AF2-92A812D28E89}"/>
              </a:ext>
            </a:extLst>
          </p:cNvPr>
          <p:cNvSpPr>
            <a:spLocks noGrp="1"/>
          </p:cNvSpPr>
          <p:nvPr>
            <p:ph type="sldNum" sz="quarter" idx="4"/>
          </p:nvPr>
        </p:nvSpPr>
        <p:spPr/>
        <p:txBody>
          <a:bodyPr/>
          <a:lstStyle/>
          <a:p>
            <a:fld id="{86CB4B4D-7CA3-9044-876B-883B54F8677D}" type="slidenum">
              <a:rPr lang="en-US" smtClean="0"/>
              <a:pPr/>
              <a:t>36</a:t>
            </a:fld>
            <a:endParaRPr lang="en-US"/>
          </a:p>
        </p:txBody>
      </p:sp>
      <p:sp>
        <p:nvSpPr>
          <p:cNvPr id="4" name="Text Placeholder 3">
            <a:extLst>
              <a:ext uri="{FF2B5EF4-FFF2-40B4-BE49-F238E27FC236}">
                <a16:creationId xmlns:a16="http://schemas.microsoft.com/office/drawing/2014/main" id="{5554C6F8-792E-EA87-3844-E76F6E4B2053}"/>
              </a:ext>
            </a:extLst>
          </p:cNvPr>
          <p:cNvSpPr>
            <a:spLocks noGrp="1"/>
          </p:cNvSpPr>
          <p:nvPr>
            <p:ph type="body" sz="quarter" idx="19"/>
          </p:nvPr>
        </p:nvSpPr>
        <p:spPr>
          <a:xfrm>
            <a:off x="287963" y="154800"/>
            <a:ext cx="10659199" cy="5178133"/>
          </a:xfrm>
        </p:spPr>
        <p:txBody>
          <a:bodyPr/>
          <a:lstStyle/>
          <a:p>
            <a:r>
              <a:rPr lang="en-US" sz="7200" dirty="0"/>
              <a:t>Review — human or AI?</a:t>
            </a:r>
          </a:p>
          <a:p>
            <a:endParaRPr lang="en-US" sz="7200" dirty="0"/>
          </a:p>
          <a:p>
            <a:r>
              <a:rPr lang="en-US" sz="7200" dirty="0"/>
              <a:t>AI accelerates work, but it also </a:t>
            </a:r>
            <a:r>
              <a:rPr lang="en-US" sz="7200" b="1" dirty="0"/>
              <a:t>amplifies risk</a:t>
            </a:r>
            <a:r>
              <a:rPr lang="en-US" sz="7200" dirty="0"/>
              <a:t>.</a:t>
            </a:r>
          </a:p>
        </p:txBody>
      </p:sp>
      <p:sp>
        <p:nvSpPr>
          <p:cNvPr id="5" name="Title 22">
            <a:extLst>
              <a:ext uri="{FF2B5EF4-FFF2-40B4-BE49-F238E27FC236}">
                <a16:creationId xmlns:a16="http://schemas.microsoft.com/office/drawing/2014/main" id="{0162BB13-6049-C0D7-307F-5F109632F5E9}"/>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3: Verification</a:t>
            </a:r>
          </a:p>
        </p:txBody>
      </p:sp>
    </p:spTree>
    <p:extLst>
      <p:ext uri="{BB962C8B-B14F-4D97-AF65-F5344CB8AC3E}">
        <p14:creationId xmlns:p14="http://schemas.microsoft.com/office/powerpoint/2010/main" val="3042126721"/>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86DE0F-B67D-7C06-325A-A76BCC86A470}"/>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F889AE6B-A67E-9682-F8A2-354D17283409}"/>
              </a:ext>
            </a:extLst>
          </p:cNvPr>
          <p:cNvSpPr>
            <a:spLocks noGrp="1"/>
          </p:cNvSpPr>
          <p:nvPr>
            <p:ph type="sldNum" sz="quarter" idx="4"/>
          </p:nvPr>
        </p:nvSpPr>
        <p:spPr/>
        <p:txBody>
          <a:bodyPr/>
          <a:lstStyle/>
          <a:p>
            <a:fld id="{86CB4B4D-7CA3-9044-876B-883B54F8677D}" type="slidenum">
              <a:rPr lang="en-US" smtClean="0"/>
              <a:pPr/>
              <a:t>37</a:t>
            </a:fld>
            <a:endParaRPr lang="en-US"/>
          </a:p>
        </p:txBody>
      </p:sp>
      <p:grpSp>
        <p:nvGrpSpPr>
          <p:cNvPr id="15" name="Group 14">
            <a:extLst>
              <a:ext uri="{FF2B5EF4-FFF2-40B4-BE49-F238E27FC236}">
                <a16:creationId xmlns:a16="http://schemas.microsoft.com/office/drawing/2014/main" id="{48287C9F-2C44-FEA3-3B18-DB129FA07053}"/>
              </a:ext>
            </a:extLst>
          </p:cNvPr>
          <p:cNvGrpSpPr/>
          <p:nvPr/>
        </p:nvGrpSpPr>
        <p:grpSpPr>
          <a:xfrm>
            <a:off x="3883959" y="694722"/>
            <a:ext cx="4424082" cy="4880727"/>
            <a:chOff x="3883959" y="760314"/>
            <a:chExt cx="4424082" cy="4880727"/>
          </a:xfrm>
        </p:grpSpPr>
        <p:sp>
          <p:nvSpPr>
            <p:cNvPr id="5" name="Oval 4">
              <a:extLst>
                <a:ext uri="{FF2B5EF4-FFF2-40B4-BE49-F238E27FC236}">
                  <a16:creationId xmlns:a16="http://schemas.microsoft.com/office/drawing/2014/main" id="{FAE357EA-017F-8C58-E5E2-111D0710411D}"/>
                </a:ext>
              </a:extLst>
            </p:cNvPr>
            <p:cNvSpPr/>
            <p:nvPr/>
          </p:nvSpPr>
          <p:spPr bwMode="auto">
            <a:xfrm>
              <a:off x="3883959" y="1216959"/>
              <a:ext cx="4424082" cy="4424082"/>
            </a:xfrm>
            <a:prstGeom prst="ellipse">
              <a:avLst/>
            </a:prstGeom>
            <a:solidFill>
              <a:schemeClr val="tx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6" name="Oval 5">
              <a:extLst>
                <a:ext uri="{FF2B5EF4-FFF2-40B4-BE49-F238E27FC236}">
                  <a16:creationId xmlns:a16="http://schemas.microsoft.com/office/drawing/2014/main" id="{AC4806D5-B748-96E5-E1FB-C793712DE152}"/>
                </a:ext>
              </a:extLst>
            </p:cNvPr>
            <p:cNvSpPr/>
            <p:nvPr/>
          </p:nvSpPr>
          <p:spPr bwMode="auto">
            <a:xfrm>
              <a:off x="4273924" y="1216959"/>
              <a:ext cx="3644152" cy="3866029"/>
            </a:xfrm>
            <a:prstGeom prst="ellipse">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pic>
          <p:nvPicPr>
            <p:cNvPr id="11" name="Graphic 10" descr="Snake with solid fill">
              <a:extLst>
                <a:ext uri="{FF2B5EF4-FFF2-40B4-BE49-F238E27FC236}">
                  <a16:creationId xmlns:a16="http://schemas.microsoft.com/office/drawing/2014/main" id="{FD3C4F5B-5526-6333-870B-4D47A71A0D38}"/>
                </a:ext>
              </a:extLst>
            </p:cNvPr>
            <p:cNvPicPr>
              <a:picLocks noChangeAspect="1"/>
            </p:cNvPicPr>
            <p:nvPr/>
          </p:nvPicPr>
          <p:blipFill>
            <a:blip>
              <a:extLst>
                <a:ext uri="{96DAC541-7B7A-43D3-8B79-37D633B846F1}">
                  <asvg:svgBlip xmlns:asvg="http://schemas.microsoft.com/office/drawing/2016/SVG/main" r:embed="rId3"/>
                </a:ext>
              </a:extLst>
            </a:blip>
            <a:srcRect l="71374" t="15344" r="6585" b="58631"/>
            <a:stretch>
              <a:fillRect/>
            </a:stretch>
          </p:blipFill>
          <p:spPr>
            <a:xfrm rot="18053393">
              <a:off x="5406140" y="655349"/>
              <a:ext cx="1161384" cy="1371314"/>
            </a:xfrm>
            <a:prstGeom prst="rect">
              <a:avLst/>
            </a:prstGeom>
          </p:spPr>
        </p:pic>
        <p:sp>
          <p:nvSpPr>
            <p:cNvPr id="14" name="Block Arc 13">
              <a:extLst>
                <a:ext uri="{FF2B5EF4-FFF2-40B4-BE49-F238E27FC236}">
                  <a16:creationId xmlns:a16="http://schemas.microsoft.com/office/drawing/2014/main" id="{CF45A528-304F-DC2E-C03B-B1D278EC1501}"/>
                </a:ext>
              </a:extLst>
            </p:cNvPr>
            <p:cNvSpPr/>
            <p:nvPr/>
          </p:nvSpPr>
          <p:spPr bwMode="auto">
            <a:xfrm>
              <a:off x="3883959" y="1150666"/>
              <a:ext cx="4424082" cy="4424081"/>
            </a:xfrm>
            <a:prstGeom prst="blockArc">
              <a:avLst>
                <a:gd name="adj1" fmla="val 16441113"/>
                <a:gd name="adj2" fmla="val 877061"/>
                <a:gd name="adj3" fmla="val 6907"/>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grpSp>
      <p:sp>
        <p:nvSpPr>
          <p:cNvPr id="16" name="Title 22">
            <a:extLst>
              <a:ext uri="{FF2B5EF4-FFF2-40B4-BE49-F238E27FC236}">
                <a16:creationId xmlns:a16="http://schemas.microsoft.com/office/drawing/2014/main" id="{64DAB6AA-5182-D6B4-C5B7-B5B30E84071F}"/>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3: Verification</a:t>
            </a:r>
          </a:p>
        </p:txBody>
      </p:sp>
    </p:spTree>
    <p:extLst>
      <p:ext uri="{BB962C8B-B14F-4D97-AF65-F5344CB8AC3E}">
        <p14:creationId xmlns:p14="http://schemas.microsoft.com/office/powerpoint/2010/main" val="126856335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B58AC-4C21-B9D8-7FAB-4822ADD7A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BABC0-2E81-F320-644B-0BC17E76BA2D}"/>
              </a:ext>
            </a:extLst>
          </p:cNvPr>
          <p:cNvSpPr>
            <a:spLocks noGrp="1"/>
          </p:cNvSpPr>
          <p:nvPr>
            <p:ph type="title"/>
          </p:nvPr>
        </p:nvSpPr>
        <p:spPr/>
        <p:txBody>
          <a:bodyPr/>
          <a:lstStyle/>
          <a:p>
            <a:r>
              <a:rPr lang="en-US">
                <a:latin typeface="+mj-lt"/>
              </a:rPr>
              <a:t>Module 3 Walkthrough</a:t>
            </a:r>
          </a:p>
        </p:txBody>
      </p:sp>
      <p:sp>
        <p:nvSpPr>
          <p:cNvPr id="3" name="Footer Placeholder 2">
            <a:extLst>
              <a:ext uri="{FF2B5EF4-FFF2-40B4-BE49-F238E27FC236}">
                <a16:creationId xmlns:a16="http://schemas.microsoft.com/office/drawing/2014/main" id="{F9C54821-F642-C67E-8332-C0DA69DC56C9}"/>
              </a:ext>
            </a:extLst>
          </p:cNvPr>
          <p:cNvSpPr>
            <a:spLocks noGrp="1"/>
          </p:cNvSpPr>
          <p:nvPr>
            <p:ph type="ftr" sz="quarter" idx="18"/>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1339A382-8821-B47D-965C-DF7C4853FCCE}"/>
              </a:ext>
            </a:extLst>
          </p:cNvPr>
          <p:cNvSpPr>
            <a:spLocks noGrp="1"/>
          </p:cNvSpPr>
          <p:nvPr>
            <p:ph type="sldNum" sz="quarter" idx="4"/>
          </p:nvPr>
        </p:nvSpPr>
        <p:spPr/>
        <p:txBody>
          <a:bodyPr/>
          <a:lstStyle/>
          <a:p>
            <a:fld id="{86CB4B4D-7CA3-9044-876B-883B54F8677D}" type="slidenum">
              <a:rPr lang="en-US" smtClean="0"/>
              <a:pPr/>
              <a:t>38</a:t>
            </a:fld>
            <a:endParaRPr lang="en-US"/>
          </a:p>
        </p:txBody>
      </p:sp>
      <p:sp>
        <p:nvSpPr>
          <p:cNvPr id="6" name="Title 22">
            <a:extLst>
              <a:ext uri="{FF2B5EF4-FFF2-40B4-BE49-F238E27FC236}">
                <a16:creationId xmlns:a16="http://schemas.microsoft.com/office/drawing/2014/main" id="{3D6A4A6A-1370-341E-0A34-A5C1881114B5}"/>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a:t>Module 3: Verification</a:t>
            </a:r>
          </a:p>
        </p:txBody>
      </p:sp>
    </p:spTree>
    <p:extLst>
      <p:ext uri="{BB962C8B-B14F-4D97-AF65-F5344CB8AC3E}">
        <p14:creationId xmlns:p14="http://schemas.microsoft.com/office/powerpoint/2010/main" val="983880713"/>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93755-DE3A-E00B-A346-89243CC0334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4CA3833-203E-04B2-2A61-7D41C5F4B7AF}"/>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755CB490-16E5-E299-96F5-F01D3B8E18F9}"/>
              </a:ext>
            </a:extLst>
          </p:cNvPr>
          <p:cNvSpPr>
            <a:spLocks noGrp="1"/>
          </p:cNvSpPr>
          <p:nvPr>
            <p:ph type="sldNum" sz="quarter" idx="4"/>
          </p:nvPr>
        </p:nvSpPr>
        <p:spPr/>
        <p:txBody>
          <a:bodyPr/>
          <a:lstStyle/>
          <a:p>
            <a:fld id="{86CB4B4D-7CA3-9044-876B-883B54F8677D}" type="slidenum">
              <a:rPr lang="en-US" smtClean="0"/>
              <a:pPr/>
              <a:t>39</a:t>
            </a:fld>
            <a:endParaRPr lang="en-US"/>
          </a:p>
        </p:txBody>
      </p:sp>
      <p:sp>
        <p:nvSpPr>
          <p:cNvPr id="4" name="Text Placeholder 3">
            <a:extLst>
              <a:ext uri="{FF2B5EF4-FFF2-40B4-BE49-F238E27FC236}">
                <a16:creationId xmlns:a16="http://schemas.microsoft.com/office/drawing/2014/main" id="{26C22642-5E3D-DFF6-5D54-5A89CC4677DA}"/>
              </a:ext>
            </a:extLst>
          </p:cNvPr>
          <p:cNvSpPr>
            <a:spLocks noGrp="1"/>
          </p:cNvSpPr>
          <p:nvPr>
            <p:ph type="body" sz="quarter" idx="19"/>
          </p:nvPr>
        </p:nvSpPr>
        <p:spPr/>
        <p:txBody>
          <a:bodyPr/>
          <a:lstStyle/>
          <a:p>
            <a:r>
              <a:rPr lang="en-US" dirty="0"/>
              <a:t>Module 4: Balancing Cost Through Efficiency</a:t>
            </a:r>
          </a:p>
        </p:txBody>
      </p:sp>
    </p:spTree>
    <p:extLst>
      <p:ext uri="{BB962C8B-B14F-4D97-AF65-F5344CB8AC3E}">
        <p14:creationId xmlns:p14="http://schemas.microsoft.com/office/powerpoint/2010/main" val="4048616526"/>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2F4C1-A24A-00ED-291C-1F0AE5BBDA8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A2BF6F-1E6B-475E-5A23-EF77A2B60E87}"/>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56BCBD88-D4BD-89C3-41F7-00AE969E66BE}"/>
              </a:ext>
            </a:extLst>
          </p:cNvPr>
          <p:cNvSpPr>
            <a:spLocks noGrp="1"/>
          </p:cNvSpPr>
          <p:nvPr>
            <p:ph type="sldNum" sz="quarter" idx="4"/>
          </p:nvPr>
        </p:nvSpPr>
        <p:spPr/>
        <p:txBody>
          <a:bodyPr/>
          <a:lstStyle/>
          <a:p>
            <a:fld id="{86CB4B4D-7CA3-9044-876B-883B54F8677D}" type="slidenum">
              <a:rPr lang="en-US" smtClean="0"/>
              <a:pPr/>
              <a:t>40</a:t>
            </a:fld>
            <a:endParaRPr lang="en-US"/>
          </a:p>
        </p:txBody>
      </p:sp>
      <p:sp>
        <p:nvSpPr>
          <p:cNvPr id="4" name="Text Placeholder 3">
            <a:extLst>
              <a:ext uri="{FF2B5EF4-FFF2-40B4-BE49-F238E27FC236}">
                <a16:creationId xmlns:a16="http://schemas.microsoft.com/office/drawing/2014/main" id="{635274BD-5AA8-C282-EACB-D5E136D36190}"/>
              </a:ext>
            </a:extLst>
          </p:cNvPr>
          <p:cNvSpPr>
            <a:spLocks noGrp="1"/>
          </p:cNvSpPr>
          <p:nvPr>
            <p:ph type="body" sz="quarter" idx="19"/>
          </p:nvPr>
        </p:nvSpPr>
        <p:spPr>
          <a:xfrm>
            <a:off x="287963" y="356759"/>
            <a:ext cx="11616737" cy="4597503"/>
          </a:xfrm>
        </p:spPr>
        <p:txBody>
          <a:bodyPr anchor="ctr"/>
          <a:lstStyle/>
          <a:p>
            <a:pPr algn="ctr"/>
            <a:r>
              <a:rPr lang="en-US" sz="4200" dirty="0"/>
              <a:t>Getting more done</a:t>
            </a:r>
          </a:p>
          <a:p>
            <a:pPr algn="ctr">
              <a:lnSpc>
                <a:spcPct val="200000"/>
              </a:lnSpc>
            </a:pPr>
            <a:r>
              <a:rPr lang="en-US" sz="2800" dirty="0"/>
              <a:t>means…</a:t>
            </a:r>
          </a:p>
          <a:p>
            <a:pPr algn="ctr"/>
            <a:r>
              <a:rPr lang="en-US" sz="4200" dirty="0"/>
              <a:t>Using more resources</a:t>
            </a:r>
          </a:p>
          <a:p>
            <a:pPr algn="ctr">
              <a:lnSpc>
                <a:spcPct val="200000"/>
              </a:lnSpc>
            </a:pPr>
            <a:r>
              <a:rPr lang="en-US" sz="2800" dirty="0"/>
              <a:t>means…</a:t>
            </a:r>
          </a:p>
          <a:p>
            <a:pPr algn="ctr"/>
            <a:r>
              <a:rPr lang="en-US" sz="4200" dirty="0"/>
              <a:t>Driving up costs</a:t>
            </a:r>
          </a:p>
        </p:txBody>
      </p:sp>
      <p:sp>
        <p:nvSpPr>
          <p:cNvPr id="5" name="Title 22">
            <a:extLst>
              <a:ext uri="{FF2B5EF4-FFF2-40B4-BE49-F238E27FC236}">
                <a16:creationId xmlns:a16="http://schemas.microsoft.com/office/drawing/2014/main" id="{05F19CBB-ACCF-E3FF-B506-852BC9F208C0}"/>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4: Balancing Cost Through Efficiency</a:t>
            </a:r>
          </a:p>
        </p:txBody>
      </p:sp>
      <p:sp>
        <p:nvSpPr>
          <p:cNvPr id="6" name="TextBox 5">
            <a:extLst>
              <a:ext uri="{FF2B5EF4-FFF2-40B4-BE49-F238E27FC236}">
                <a16:creationId xmlns:a16="http://schemas.microsoft.com/office/drawing/2014/main" id="{B780EE7C-D6A7-634E-2418-86E460008940}"/>
              </a:ext>
            </a:extLst>
          </p:cNvPr>
          <p:cNvSpPr txBox="1"/>
          <p:nvPr/>
        </p:nvSpPr>
        <p:spPr>
          <a:xfrm>
            <a:off x="3135086" y="4868883"/>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8" name="Text Placeholder 3">
            <a:extLst>
              <a:ext uri="{FF2B5EF4-FFF2-40B4-BE49-F238E27FC236}">
                <a16:creationId xmlns:a16="http://schemas.microsoft.com/office/drawing/2014/main" id="{74C2D1D6-0047-FF85-4347-A85F717C801F}"/>
              </a:ext>
            </a:extLst>
          </p:cNvPr>
          <p:cNvSpPr txBox="1">
            <a:spLocks/>
          </p:cNvSpPr>
          <p:nvPr/>
        </p:nvSpPr>
        <p:spPr>
          <a:xfrm>
            <a:off x="553790" y="5156222"/>
            <a:ext cx="8397025" cy="8478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0" marR="0" indent="0" algn="l" defTabSz="1218956" rtl="0" eaLnBrk="1" latinLnBrk="0" hangingPunct="1">
              <a:lnSpc>
                <a:spcPct val="100000"/>
              </a:lnSpc>
              <a:spcBef>
                <a:spcPts val="0"/>
              </a:spcBef>
              <a:spcAft>
                <a:spcPts val="0"/>
              </a:spcAft>
              <a:buClrTx/>
              <a:buSzTx/>
              <a:buFontTx/>
              <a:buNone/>
              <a:tabLst/>
              <a:defRPr sz="4199"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r>
              <a:rPr lang="en-US" sz="3400" kern="0" dirty="0"/>
              <a:t>it’s normal… but what can we do about it?</a:t>
            </a:r>
          </a:p>
        </p:txBody>
      </p:sp>
      <p:sp>
        <p:nvSpPr>
          <p:cNvPr id="9" name="Text Placeholder 3">
            <a:extLst>
              <a:ext uri="{FF2B5EF4-FFF2-40B4-BE49-F238E27FC236}">
                <a16:creationId xmlns:a16="http://schemas.microsoft.com/office/drawing/2014/main" id="{6623A407-2CFD-1DC7-8C5C-DD1FB4731B2B}"/>
              </a:ext>
            </a:extLst>
          </p:cNvPr>
          <p:cNvSpPr txBox="1">
            <a:spLocks/>
          </p:cNvSpPr>
          <p:nvPr/>
        </p:nvSpPr>
        <p:spPr>
          <a:xfrm>
            <a:off x="7804597" y="356760"/>
            <a:ext cx="4844931" cy="9568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0" marR="0" indent="0" algn="l" defTabSz="1218956" rtl="0" eaLnBrk="1" latinLnBrk="0" hangingPunct="1">
              <a:lnSpc>
                <a:spcPct val="100000"/>
              </a:lnSpc>
              <a:spcBef>
                <a:spcPts val="0"/>
              </a:spcBef>
              <a:spcAft>
                <a:spcPts val="0"/>
              </a:spcAft>
              <a:buClrTx/>
              <a:buSzTx/>
              <a:buFontTx/>
              <a:buNone/>
              <a:tabLst/>
              <a:defRPr sz="4199"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pPr algn="ctr"/>
            <a:endParaRPr lang="en-US" sz="4200" kern="0"/>
          </a:p>
        </p:txBody>
      </p:sp>
      <p:sp>
        <p:nvSpPr>
          <p:cNvPr id="10" name="TextBox 9">
            <a:extLst>
              <a:ext uri="{FF2B5EF4-FFF2-40B4-BE49-F238E27FC236}">
                <a16:creationId xmlns:a16="http://schemas.microsoft.com/office/drawing/2014/main" id="{67BD4B8A-6264-6F35-5EAE-CD144DF15AEC}"/>
              </a:ext>
            </a:extLst>
          </p:cNvPr>
          <p:cNvSpPr txBox="1"/>
          <p:nvPr/>
        </p:nvSpPr>
        <p:spPr>
          <a:xfrm>
            <a:off x="10161431" y="965915"/>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11" name="TextBox 10">
            <a:extLst>
              <a:ext uri="{FF2B5EF4-FFF2-40B4-BE49-F238E27FC236}">
                <a16:creationId xmlns:a16="http://schemas.microsoft.com/office/drawing/2014/main" id="{7C3634B1-0788-DB8F-8F4C-8F0BA91B4483}"/>
              </a:ext>
            </a:extLst>
          </p:cNvPr>
          <p:cNvSpPr txBox="1"/>
          <p:nvPr/>
        </p:nvSpPr>
        <p:spPr>
          <a:xfrm>
            <a:off x="8583767" y="784712"/>
            <a:ext cx="914400" cy="9144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algn="l" defTabSz="2438400">
              <a:spcBef>
                <a:spcPts val="2900"/>
              </a:spcBef>
              <a:buSzPct val="100000"/>
            </a:pPr>
            <a:r>
              <a:rPr lang="en-US" kern="0">
                <a:solidFill>
                  <a:srgbClr val="000000"/>
                </a:solidFill>
                <a:ea typeface="+mj-ea"/>
                <a:cs typeface="+mj-cs"/>
                <a:sym typeface="IBM Plex Sans Light"/>
              </a:rPr>
              <a:t>yay!</a:t>
            </a:r>
          </a:p>
        </p:txBody>
      </p:sp>
      <p:sp>
        <p:nvSpPr>
          <p:cNvPr id="12" name="TextBox 11">
            <a:extLst>
              <a:ext uri="{FF2B5EF4-FFF2-40B4-BE49-F238E27FC236}">
                <a16:creationId xmlns:a16="http://schemas.microsoft.com/office/drawing/2014/main" id="{CCAD58A6-16D2-6FB8-7678-005E7FF69EC0}"/>
              </a:ext>
            </a:extLst>
          </p:cNvPr>
          <p:cNvSpPr txBox="1"/>
          <p:nvPr/>
        </p:nvSpPr>
        <p:spPr>
          <a:xfrm>
            <a:off x="8950815" y="2655510"/>
            <a:ext cx="914400" cy="9144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algn="l" defTabSz="2438400">
              <a:spcBef>
                <a:spcPts val="2900"/>
              </a:spcBef>
              <a:buSzPct val="100000"/>
            </a:pPr>
            <a:r>
              <a:rPr lang="en-US" kern="0">
                <a:solidFill>
                  <a:srgbClr val="000000"/>
                </a:solidFill>
                <a:ea typeface="+mj-ea"/>
                <a:cs typeface="+mj-cs"/>
                <a:sym typeface="IBM Plex Sans Light"/>
              </a:rPr>
              <a:t>hmmm…</a:t>
            </a:r>
          </a:p>
        </p:txBody>
      </p:sp>
      <p:sp>
        <p:nvSpPr>
          <p:cNvPr id="13" name="TextBox 12">
            <a:extLst>
              <a:ext uri="{FF2B5EF4-FFF2-40B4-BE49-F238E27FC236}">
                <a16:creationId xmlns:a16="http://schemas.microsoft.com/office/drawing/2014/main" id="{118AAED8-A209-C9B4-B5F8-9F62F9009F67}"/>
              </a:ext>
            </a:extLst>
          </p:cNvPr>
          <p:cNvSpPr txBox="1"/>
          <p:nvPr/>
        </p:nvSpPr>
        <p:spPr>
          <a:xfrm>
            <a:off x="8364826" y="4140842"/>
            <a:ext cx="914400" cy="9144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algn="l" defTabSz="2438400">
              <a:spcBef>
                <a:spcPts val="2900"/>
              </a:spcBef>
              <a:buSzPct val="100000"/>
            </a:pPr>
            <a:r>
              <a:rPr lang="en-US" kern="0" dirty="0">
                <a:solidFill>
                  <a:srgbClr val="000000"/>
                </a:solidFill>
                <a:ea typeface="+mj-ea"/>
                <a:cs typeface="+mj-cs"/>
                <a:sym typeface="IBM Plex Sans Light"/>
              </a:rPr>
              <a:t>boo </a:t>
            </a:r>
            <a:r>
              <a:rPr lang="en-US" kern="0" dirty="0">
                <a:solidFill>
                  <a:srgbClr val="000000"/>
                </a:solidFill>
                <a:ea typeface="+mj-ea"/>
                <a:cs typeface="+mj-cs"/>
                <a:sym typeface="Wingdings" pitchFamily="2" charset="2"/>
              </a:rPr>
              <a:t>:(</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661430752"/>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ECEBA-2C01-DB50-19E0-F3B6B279D86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A47898D-DC99-94AF-FBDE-6634030C65DD}"/>
              </a:ext>
            </a:extLst>
          </p:cNvPr>
          <p:cNvSpPr>
            <a:spLocks noGrp="1"/>
          </p:cNvSpPr>
          <p:nvPr>
            <p:ph type="ftr" sz="quarter" idx="12"/>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8837D7A1-1399-67A3-7EF5-EF4C49CA6E46}"/>
              </a:ext>
            </a:extLst>
          </p:cNvPr>
          <p:cNvSpPr>
            <a:spLocks noGrp="1"/>
          </p:cNvSpPr>
          <p:nvPr>
            <p:ph type="sldNum" sz="quarter" idx="4"/>
          </p:nvPr>
        </p:nvSpPr>
        <p:spPr/>
        <p:txBody>
          <a:bodyPr/>
          <a:lstStyle/>
          <a:p>
            <a:fld id="{86CB4B4D-7CA3-9044-876B-883B54F8677D}" type="slidenum">
              <a:rPr lang="en-US" smtClean="0"/>
              <a:pPr/>
              <a:t>41</a:t>
            </a:fld>
            <a:endParaRPr lang="en-US"/>
          </a:p>
        </p:txBody>
      </p:sp>
      <p:sp>
        <p:nvSpPr>
          <p:cNvPr id="52" name="Oval 51">
            <a:extLst>
              <a:ext uri="{FF2B5EF4-FFF2-40B4-BE49-F238E27FC236}">
                <a16:creationId xmlns:a16="http://schemas.microsoft.com/office/drawing/2014/main" id="{3585563C-0950-8A14-7767-BAD14D6E6F89}"/>
              </a:ext>
            </a:extLst>
          </p:cNvPr>
          <p:cNvSpPr/>
          <p:nvPr/>
        </p:nvSpPr>
        <p:spPr bwMode="auto">
          <a:xfrm>
            <a:off x="3945935" y="2106413"/>
            <a:ext cx="3719110" cy="3719110"/>
          </a:xfrm>
          <a:prstGeom prst="ellipse">
            <a:avLst/>
          </a:prstGeom>
          <a:noFill/>
          <a:ln w="7620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3" name="Triangle 52">
            <a:extLst>
              <a:ext uri="{FF2B5EF4-FFF2-40B4-BE49-F238E27FC236}">
                <a16:creationId xmlns:a16="http://schemas.microsoft.com/office/drawing/2014/main" id="{FA0050B0-BC56-CB87-0BAE-439E56E0E0DA}"/>
              </a:ext>
            </a:extLst>
          </p:cNvPr>
          <p:cNvSpPr/>
          <p:nvPr/>
        </p:nvSpPr>
        <p:spPr bwMode="auto">
          <a:xfrm rot="2675501">
            <a:off x="4176565" y="2427519"/>
            <a:ext cx="661067" cy="452212"/>
          </a:xfrm>
          <a:prstGeom prst="triangle">
            <a:avLst/>
          </a:prstGeom>
          <a:solidFill>
            <a:schemeClr val="tx1"/>
          </a:solid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4" name="Triangle 53">
            <a:extLst>
              <a:ext uri="{FF2B5EF4-FFF2-40B4-BE49-F238E27FC236}">
                <a16:creationId xmlns:a16="http://schemas.microsoft.com/office/drawing/2014/main" id="{89607853-2F70-EA89-F666-810BD7560281}"/>
              </a:ext>
            </a:extLst>
          </p:cNvPr>
          <p:cNvSpPr/>
          <p:nvPr/>
        </p:nvSpPr>
        <p:spPr bwMode="auto">
          <a:xfrm rot="9856918">
            <a:off x="7247815" y="3186525"/>
            <a:ext cx="661067" cy="452212"/>
          </a:xfrm>
          <a:prstGeom prst="triangle">
            <a:avLst/>
          </a:prstGeom>
          <a:solidFill>
            <a:schemeClr val="tx1"/>
          </a:solid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5" name="Triangle 54">
            <a:extLst>
              <a:ext uri="{FF2B5EF4-FFF2-40B4-BE49-F238E27FC236}">
                <a16:creationId xmlns:a16="http://schemas.microsoft.com/office/drawing/2014/main" id="{8F5E8CB5-3FA7-4085-64DA-F0E706B8CE62}"/>
              </a:ext>
            </a:extLst>
          </p:cNvPr>
          <p:cNvSpPr/>
          <p:nvPr/>
        </p:nvSpPr>
        <p:spPr bwMode="auto">
          <a:xfrm rot="17145831">
            <a:off x="5070612" y="5565294"/>
            <a:ext cx="661067" cy="452212"/>
          </a:xfrm>
          <a:prstGeom prst="triangle">
            <a:avLst/>
          </a:prstGeom>
          <a:solidFill>
            <a:schemeClr val="tx1"/>
          </a:solid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6" name="Rounded Rectangle 55">
            <a:extLst>
              <a:ext uri="{FF2B5EF4-FFF2-40B4-BE49-F238E27FC236}">
                <a16:creationId xmlns:a16="http://schemas.microsoft.com/office/drawing/2014/main" id="{283BF894-C3D3-C5DA-DD77-33FD33B64BAF}"/>
              </a:ext>
            </a:extLst>
          </p:cNvPr>
          <p:cNvSpPr/>
          <p:nvPr/>
        </p:nvSpPr>
        <p:spPr bwMode="auto">
          <a:xfrm>
            <a:off x="1310479" y="2913528"/>
            <a:ext cx="2168541" cy="1030943"/>
          </a:xfrm>
          <a:prstGeom prst="roundRect">
            <a:avLst/>
          </a:prstGeom>
          <a:noFill/>
          <a:ln w="76200">
            <a:solidFill>
              <a:schemeClr val="accent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61" name="Title 1">
            <a:extLst>
              <a:ext uri="{FF2B5EF4-FFF2-40B4-BE49-F238E27FC236}">
                <a16:creationId xmlns:a16="http://schemas.microsoft.com/office/drawing/2014/main" id="{28AC30E6-E4AD-600B-BE09-ACEC2B968A72}"/>
              </a:ext>
            </a:extLst>
          </p:cNvPr>
          <p:cNvSpPr>
            <a:spLocks noGrp="1"/>
          </p:cNvSpPr>
          <p:nvPr>
            <p:ph type="title"/>
          </p:nvPr>
        </p:nvSpPr>
        <p:spPr>
          <a:xfrm>
            <a:off x="1473532" y="3064108"/>
            <a:ext cx="1949171" cy="696356"/>
          </a:xfrm>
          <a:ln w="76200">
            <a:noFill/>
          </a:ln>
        </p:spPr>
        <p:txBody>
          <a:bodyPr/>
          <a:lstStyle/>
          <a:p>
            <a:r>
              <a:rPr lang="en-US" sz="4200" b="1" dirty="0">
                <a:solidFill>
                  <a:schemeClr val="accent2"/>
                </a:solidFill>
              </a:rPr>
              <a:t>PLAN</a:t>
            </a:r>
          </a:p>
        </p:txBody>
      </p:sp>
      <p:sp>
        <p:nvSpPr>
          <p:cNvPr id="62" name="Rounded Rectangle 61">
            <a:extLst>
              <a:ext uri="{FF2B5EF4-FFF2-40B4-BE49-F238E27FC236}">
                <a16:creationId xmlns:a16="http://schemas.microsoft.com/office/drawing/2014/main" id="{5CE5AD72-A550-FDC8-3173-3BE6BCE10A57}"/>
              </a:ext>
            </a:extLst>
          </p:cNvPr>
          <p:cNvSpPr/>
          <p:nvPr/>
        </p:nvSpPr>
        <p:spPr bwMode="auto">
          <a:xfrm>
            <a:off x="7536675" y="1501476"/>
            <a:ext cx="3471538" cy="1030943"/>
          </a:xfrm>
          <a:prstGeom prst="roundRect">
            <a:avLst/>
          </a:prstGeom>
          <a:noFill/>
          <a:ln w="76200">
            <a:solidFill>
              <a:srgbClr val="F1C21B"/>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63" name="Title 1">
            <a:extLst>
              <a:ext uri="{FF2B5EF4-FFF2-40B4-BE49-F238E27FC236}">
                <a16:creationId xmlns:a16="http://schemas.microsoft.com/office/drawing/2014/main" id="{33362A43-2CF0-B232-0AC5-67B4E1134565}"/>
              </a:ext>
            </a:extLst>
          </p:cNvPr>
          <p:cNvSpPr txBox="1">
            <a:spLocks/>
          </p:cNvSpPr>
          <p:nvPr/>
        </p:nvSpPr>
        <p:spPr>
          <a:xfrm>
            <a:off x="7699727" y="1652056"/>
            <a:ext cx="3120357" cy="696356"/>
          </a:xfrm>
          <a:prstGeom prst="rect">
            <a:avLst/>
          </a:prstGeom>
          <a:ln w="762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4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r>
              <a:rPr lang="en-US" sz="4200" b="1" kern="0" dirty="0">
                <a:solidFill>
                  <a:srgbClr val="F1C21B"/>
                </a:solidFill>
              </a:rPr>
              <a:t>IMPLEMENT</a:t>
            </a:r>
          </a:p>
        </p:txBody>
      </p:sp>
      <p:sp>
        <p:nvSpPr>
          <p:cNvPr id="64" name="Rounded Rectangle 63">
            <a:extLst>
              <a:ext uri="{FF2B5EF4-FFF2-40B4-BE49-F238E27FC236}">
                <a16:creationId xmlns:a16="http://schemas.microsoft.com/office/drawing/2014/main" id="{6A76B014-4B5F-390C-5FB0-BE258DEC7D41}"/>
              </a:ext>
            </a:extLst>
          </p:cNvPr>
          <p:cNvSpPr/>
          <p:nvPr/>
        </p:nvSpPr>
        <p:spPr bwMode="auto">
          <a:xfrm>
            <a:off x="7834458" y="4865860"/>
            <a:ext cx="2477765" cy="1030943"/>
          </a:xfrm>
          <a:prstGeom prst="roundRect">
            <a:avLst/>
          </a:prstGeom>
          <a:noFill/>
          <a:ln w="76200">
            <a:solidFill>
              <a:schemeClr val="accent4"/>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accent4"/>
              </a:solidFill>
              <a:effectLst/>
              <a:latin typeface="+mn-lt"/>
            </a:endParaRPr>
          </a:p>
        </p:txBody>
      </p:sp>
      <p:sp>
        <p:nvSpPr>
          <p:cNvPr id="65" name="Title 1">
            <a:extLst>
              <a:ext uri="{FF2B5EF4-FFF2-40B4-BE49-F238E27FC236}">
                <a16:creationId xmlns:a16="http://schemas.microsoft.com/office/drawing/2014/main" id="{D85C25F3-1635-C623-D45D-4BC78C4A0C46}"/>
              </a:ext>
            </a:extLst>
          </p:cNvPr>
          <p:cNvSpPr txBox="1">
            <a:spLocks/>
          </p:cNvSpPr>
          <p:nvPr/>
        </p:nvSpPr>
        <p:spPr>
          <a:xfrm>
            <a:off x="7997511" y="5016440"/>
            <a:ext cx="2227114" cy="696356"/>
          </a:xfrm>
          <a:prstGeom prst="rect">
            <a:avLst/>
          </a:prstGeom>
          <a:ln w="762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4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r>
              <a:rPr lang="en-US" sz="4200" b="1" kern="0" dirty="0">
                <a:solidFill>
                  <a:schemeClr val="accent4"/>
                </a:solidFill>
              </a:rPr>
              <a:t>VERIFY</a:t>
            </a:r>
          </a:p>
        </p:txBody>
      </p:sp>
      <p:sp>
        <p:nvSpPr>
          <p:cNvPr id="66" name="Title 1">
            <a:extLst>
              <a:ext uri="{FF2B5EF4-FFF2-40B4-BE49-F238E27FC236}">
                <a16:creationId xmlns:a16="http://schemas.microsoft.com/office/drawing/2014/main" id="{0706E352-1A1F-DC57-E86E-BF03622AB0AD}"/>
              </a:ext>
            </a:extLst>
          </p:cNvPr>
          <p:cNvSpPr txBox="1">
            <a:spLocks/>
          </p:cNvSpPr>
          <p:nvPr/>
        </p:nvSpPr>
        <p:spPr>
          <a:xfrm>
            <a:off x="287963" y="192024"/>
            <a:ext cx="7989138" cy="13319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4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r>
              <a:rPr lang="en-US" sz="3400" kern="0" dirty="0"/>
              <a:t>wow, it all comes back around!</a:t>
            </a:r>
          </a:p>
        </p:txBody>
      </p:sp>
      <p:sp>
        <p:nvSpPr>
          <p:cNvPr id="6" name="Title 22">
            <a:extLst>
              <a:ext uri="{FF2B5EF4-FFF2-40B4-BE49-F238E27FC236}">
                <a16:creationId xmlns:a16="http://schemas.microsoft.com/office/drawing/2014/main" id="{B0D00FA4-E036-E6E2-F3C5-3B902252B2CD}"/>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4: Balancing Cost Through Efficiency</a:t>
            </a:r>
          </a:p>
        </p:txBody>
      </p:sp>
    </p:spTree>
    <p:extLst>
      <p:ext uri="{BB962C8B-B14F-4D97-AF65-F5344CB8AC3E}">
        <p14:creationId xmlns:p14="http://schemas.microsoft.com/office/powerpoint/2010/main" val="3285100798"/>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1CA99-8831-4ED8-8A49-686D0A91FF3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ABB018-D75C-97C9-2CF5-1FE233F7AD7F}"/>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197A2D2F-FF6C-72F3-0298-08ED4E5B4938}"/>
              </a:ext>
            </a:extLst>
          </p:cNvPr>
          <p:cNvSpPr>
            <a:spLocks noGrp="1"/>
          </p:cNvSpPr>
          <p:nvPr>
            <p:ph type="sldNum" sz="quarter" idx="4"/>
          </p:nvPr>
        </p:nvSpPr>
        <p:spPr/>
        <p:txBody>
          <a:bodyPr/>
          <a:lstStyle/>
          <a:p>
            <a:fld id="{86CB4B4D-7CA3-9044-876B-883B54F8677D}" type="slidenum">
              <a:rPr lang="en-US" smtClean="0"/>
              <a:pPr/>
              <a:t>42</a:t>
            </a:fld>
            <a:endParaRPr lang="en-US"/>
          </a:p>
        </p:txBody>
      </p:sp>
      <p:sp>
        <p:nvSpPr>
          <p:cNvPr id="4" name="Text Placeholder 3">
            <a:extLst>
              <a:ext uri="{FF2B5EF4-FFF2-40B4-BE49-F238E27FC236}">
                <a16:creationId xmlns:a16="http://schemas.microsoft.com/office/drawing/2014/main" id="{05D2EE7D-FC6C-771D-CAD8-CD7CBA56987F}"/>
              </a:ext>
            </a:extLst>
          </p:cNvPr>
          <p:cNvSpPr>
            <a:spLocks noGrp="1"/>
          </p:cNvSpPr>
          <p:nvPr>
            <p:ph type="body" sz="quarter" idx="19"/>
          </p:nvPr>
        </p:nvSpPr>
        <p:spPr>
          <a:xfrm>
            <a:off x="287963" y="154800"/>
            <a:ext cx="8804522" cy="5675984"/>
          </a:xfrm>
        </p:spPr>
        <p:txBody>
          <a:bodyPr/>
          <a:lstStyle/>
          <a:p>
            <a:r>
              <a:rPr lang="en-US" dirty="0"/>
              <a:t>Plan: Data Collection Through Benchmarking</a:t>
            </a:r>
          </a:p>
          <a:p>
            <a:endParaRPr lang="en-US" dirty="0"/>
          </a:p>
          <a:p>
            <a:r>
              <a:rPr lang="en-US" dirty="0"/>
              <a:t>What is driving up cost?</a:t>
            </a:r>
          </a:p>
          <a:p>
            <a:pPr marL="571500" indent="-571500">
              <a:buFont typeface="Arial" panose="020B0604020202020204" pitchFamily="34" charset="0"/>
              <a:buChar char="•"/>
            </a:pPr>
            <a:r>
              <a:rPr lang="en-US" dirty="0"/>
              <a:t>Excessive output tokens?</a:t>
            </a:r>
          </a:p>
          <a:p>
            <a:pPr marL="571500" indent="-571500">
              <a:buFont typeface="Arial" panose="020B0604020202020204" pitchFamily="34" charset="0"/>
              <a:buChar char="•"/>
            </a:pPr>
            <a:r>
              <a:rPr lang="en-US" dirty="0"/>
              <a:t>Mass code ingestion?</a:t>
            </a:r>
          </a:p>
          <a:p>
            <a:pPr marL="571500" indent="-571500">
              <a:buFont typeface="Arial" panose="020B0604020202020204" pitchFamily="34" charset="0"/>
              <a:buChar char="•"/>
            </a:pPr>
            <a:r>
              <a:rPr lang="en-US" dirty="0"/>
              <a:t>The model itself?</a:t>
            </a:r>
          </a:p>
        </p:txBody>
      </p:sp>
      <p:sp>
        <p:nvSpPr>
          <p:cNvPr id="8" name="Title 22">
            <a:extLst>
              <a:ext uri="{FF2B5EF4-FFF2-40B4-BE49-F238E27FC236}">
                <a16:creationId xmlns:a16="http://schemas.microsoft.com/office/drawing/2014/main" id="{1119A6FB-F4F9-84E1-2331-816DA126EBEB}"/>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4: Balancing Cost Through Efficiency</a:t>
            </a:r>
          </a:p>
        </p:txBody>
      </p:sp>
    </p:spTree>
    <p:extLst>
      <p:ext uri="{BB962C8B-B14F-4D97-AF65-F5344CB8AC3E}">
        <p14:creationId xmlns:p14="http://schemas.microsoft.com/office/powerpoint/2010/main" val="598911591"/>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2ED8C-07F7-B18D-5F0A-C11A902A9D2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1C5390C-E715-DD9E-E031-E7D0B9914845}"/>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9E03B630-B1AC-C8F1-E28A-458171DC63AE}"/>
              </a:ext>
            </a:extLst>
          </p:cNvPr>
          <p:cNvSpPr>
            <a:spLocks noGrp="1"/>
          </p:cNvSpPr>
          <p:nvPr>
            <p:ph type="sldNum" sz="quarter" idx="4"/>
          </p:nvPr>
        </p:nvSpPr>
        <p:spPr/>
        <p:txBody>
          <a:bodyPr/>
          <a:lstStyle/>
          <a:p>
            <a:fld id="{86CB4B4D-7CA3-9044-876B-883B54F8677D}" type="slidenum">
              <a:rPr lang="en-US" smtClean="0"/>
              <a:pPr/>
              <a:t>43</a:t>
            </a:fld>
            <a:endParaRPr lang="en-US"/>
          </a:p>
        </p:txBody>
      </p:sp>
      <p:sp>
        <p:nvSpPr>
          <p:cNvPr id="4" name="Text Placeholder 3">
            <a:extLst>
              <a:ext uri="{FF2B5EF4-FFF2-40B4-BE49-F238E27FC236}">
                <a16:creationId xmlns:a16="http://schemas.microsoft.com/office/drawing/2014/main" id="{10A3E7B9-847C-9369-E6FD-CB63D565734A}"/>
              </a:ext>
            </a:extLst>
          </p:cNvPr>
          <p:cNvSpPr>
            <a:spLocks noGrp="1"/>
          </p:cNvSpPr>
          <p:nvPr>
            <p:ph type="body" sz="quarter" idx="19"/>
          </p:nvPr>
        </p:nvSpPr>
        <p:spPr>
          <a:xfrm>
            <a:off x="287963" y="154799"/>
            <a:ext cx="8274146" cy="5675985"/>
          </a:xfrm>
        </p:spPr>
        <p:txBody>
          <a:bodyPr/>
          <a:lstStyle/>
          <a:p>
            <a:r>
              <a:rPr lang="en-US" dirty="0"/>
              <a:t>Implement: Cost Saving Methodologies</a:t>
            </a:r>
          </a:p>
          <a:p>
            <a:endParaRPr lang="en-US" dirty="0"/>
          </a:p>
          <a:p>
            <a:r>
              <a:rPr lang="en-US" dirty="0"/>
              <a:t>Potential solutions</a:t>
            </a:r>
          </a:p>
          <a:p>
            <a:pPr marL="571500" indent="-571500">
              <a:buFont typeface="Arial" panose="020B0604020202020204" pitchFamily="34" charset="0"/>
              <a:buChar char="•"/>
            </a:pPr>
            <a:r>
              <a:rPr lang="en-US" dirty="0"/>
              <a:t>The ’caveman’ skill</a:t>
            </a:r>
          </a:p>
          <a:p>
            <a:pPr marL="571500" indent="-571500">
              <a:buFont typeface="Arial" panose="020B0604020202020204" pitchFamily="34" charset="0"/>
              <a:buChar char="•"/>
            </a:pPr>
            <a:r>
              <a:rPr lang="en-US" dirty="0"/>
              <a:t>Offloading tasks to local models</a:t>
            </a:r>
          </a:p>
          <a:p>
            <a:pPr marL="571500" indent="-571500">
              <a:buFont typeface="Arial" panose="020B0604020202020204" pitchFamily="34" charset="0"/>
              <a:buChar char="•"/>
            </a:pPr>
            <a:r>
              <a:rPr lang="en-US" dirty="0"/>
              <a:t>Model routing</a:t>
            </a:r>
          </a:p>
          <a:p>
            <a:endParaRPr lang="en-US" dirty="0"/>
          </a:p>
        </p:txBody>
      </p:sp>
      <p:sp>
        <p:nvSpPr>
          <p:cNvPr id="6" name="TextBox 5">
            <a:extLst>
              <a:ext uri="{FF2B5EF4-FFF2-40B4-BE49-F238E27FC236}">
                <a16:creationId xmlns:a16="http://schemas.microsoft.com/office/drawing/2014/main" id="{14FBFF7F-6AE0-F6F9-723F-485BA74D5CF3}"/>
              </a:ext>
            </a:extLst>
          </p:cNvPr>
          <p:cNvSpPr txBox="1"/>
          <p:nvPr/>
        </p:nvSpPr>
        <p:spPr>
          <a:xfrm>
            <a:off x="6234545" y="3491345"/>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8" name="TextBox 7">
            <a:extLst>
              <a:ext uri="{FF2B5EF4-FFF2-40B4-BE49-F238E27FC236}">
                <a16:creationId xmlns:a16="http://schemas.microsoft.com/office/drawing/2014/main" id="{10872010-F744-F6CD-2383-D051489264E2}"/>
              </a:ext>
            </a:extLst>
          </p:cNvPr>
          <p:cNvSpPr txBox="1"/>
          <p:nvPr/>
        </p:nvSpPr>
        <p:spPr>
          <a:xfrm>
            <a:off x="8395855" y="3186545"/>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9" name="Title 22">
            <a:extLst>
              <a:ext uri="{FF2B5EF4-FFF2-40B4-BE49-F238E27FC236}">
                <a16:creationId xmlns:a16="http://schemas.microsoft.com/office/drawing/2014/main" id="{99D2C926-3D54-487B-B3C3-234247C0CE44}"/>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4: Balancing Cost Through Efficiency</a:t>
            </a:r>
          </a:p>
        </p:txBody>
      </p:sp>
    </p:spTree>
    <p:extLst>
      <p:ext uri="{BB962C8B-B14F-4D97-AF65-F5344CB8AC3E}">
        <p14:creationId xmlns:p14="http://schemas.microsoft.com/office/powerpoint/2010/main" val="2439877680"/>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C7D94-2FED-1429-D085-1C65E76574C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7D6D0DD-3CDE-9482-5A0C-116817A05C24}"/>
              </a:ext>
            </a:extLst>
          </p:cNvPr>
          <p:cNvSpPr>
            <a:spLocks noGrp="1"/>
          </p:cNvSpPr>
          <p:nvPr>
            <p:ph type="ftr" sz="quarter" idx="18"/>
          </p:nvPr>
        </p:nvSpPr>
        <p:spPr/>
        <p:txBody>
          <a:bodyPr/>
          <a:lstStyle/>
          <a:p>
            <a:r>
              <a:rPr lang="en-US"/>
              <a:t>Agentic Engineering in Practice</a:t>
            </a:r>
          </a:p>
        </p:txBody>
      </p:sp>
      <p:sp>
        <p:nvSpPr>
          <p:cNvPr id="3" name="Slide Number Placeholder 2">
            <a:extLst>
              <a:ext uri="{FF2B5EF4-FFF2-40B4-BE49-F238E27FC236}">
                <a16:creationId xmlns:a16="http://schemas.microsoft.com/office/drawing/2014/main" id="{82360B3F-08E9-B30A-3F92-0D4C488CF591}"/>
              </a:ext>
            </a:extLst>
          </p:cNvPr>
          <p:cNvSpPr>
            <a:spLocks noGrp="1"/>
          </p:cNvSpPr>
          <p:nvPr>
            <p:ph type="sldNum" sz="quarter" idx="4"/>
          </p:nvPr>
        </p:nvSpPr>
        <p:spPr/>
        <p:txBody>
          <a:bodyPr/>
          <a:lstStyle/>
          <a:p>
            <a:fld id="{86CB4B4D-7CA3-9044-876B-883B54F8677D}" type="slidenum">
              <a:rPr lang="en-US" smtClean="0"/>
              <a:pPr/>
              <a:t>44</a:t>
            </a:fld>
            <a:endParaRPr lang="en-US"/>
          </a:p>
        </p:txBody>
      </p:sp>
      <p:sp>
        <p:nvSpPr>
          <p:cNvPr id="4" name="Text Placeholder 3">
            <a:extLst>
              <a:ext uri="{FF2B5EF4-FFF2-40B4-BE49-F238E27FC236}">
                <a16:creationId xmlns:a16="http://schemas.microsoft.com/office/drawing/2014/main" id="{3A7ECD5F-2912-79DB-8063-AF30FB1A7555}"/>
              </a:ext>
            </a:extLst>
          </p:cNvPr>
          <p:cNvSpPr>
            <a:spLocks noGrp="1"/>
          </p:cNvSpPr>
          <p:nvPr>
            <p:ph type="body" sz="quarter" idx="19"/>
          </p:nvPr>
        </p:nvSpPr>
        <p:spPr>
          <a:xfrm>
            <a:off x="287963" y="154800"/>
            <a:ext cx="8804522" cy="5675984"/>
          </a:xfrm>
        </p:spPr>
        <p:txBody>
          <a:bodyPr/>
          <a:lstStyle/>
          <a:p>
            <a:r>
              <a:rPr lang="en-US" dirty="0"/>
              <a:t>Verify: Rerun Against Your Criteria</a:t>
            </a:r>
          </a:p>
        </p:txBody>
      </p:sp>
      <p:sp>
        <p:nvSpPr>
          <p:cNvPr id="6" name="Title 22">
            <a:extLst>
              <a:ext uri="{FF2B5EF4-FFF2-40B4-BE49-F238E27FC236}">
                <a16:creationId xmlns:a16="http://schemas.microsoft.com/office/drawing/2014/main" id="{55C4DC47-4DDC-FC6F-CD36-20966FB80A0B}"/>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4: Balancing Cost Through Efficiency</a:t>
            </a:r>
          </a:p>
        </p:txBody>
      </p:sp>
      <p:pic>
        <p:nvPicPr>
          <p:cNvPr id="12" name="Graphic 11" descr="Handshake outline">
            <a:extLst>
              <a:ext uri="{FF2B5EF4-FFF2-40B4-BE49-F238E27FC236}">
                <a16:creationId xmlns:a16="http://schemas.microsoft.com/office/drawing/2014/main" id="{C23EFBB9-1B46-AD8B-8366-154989F23B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11730" y="2344730"/>
            <a:ext cx="2168540" cy="2168540"/>
          </a:xfrm>
          <a:prstGeom prst="rect">
            <a:avLst/>
          </a:prstGeom>
        </p:spPr>
      </p:pic>
      <p:sp>
        <p:nvSpPr>
          <p:cNvPr id="13" name="Text Placeholder 3">
            <a:extLst>
              <a:ext uri="{FF2B5EF4-FFF2-40B4-BE49-F238E27FC236}">
                <a16:creationId xmlns:a16="http://schemas.microsoft.com/office/drawing/2014/main" id="{C556CB1E-F252-4A52-2C0F-8A59B92156F8}"/>
              </a:ext>
            </a:extLst>
          </p:cNvPr>
          <p:cNvSpPr txBox="1">
            <a:spLocks/>
          </p:cNvSpPr>
          <p:nvPr/>
        </p:nvSpPr>
        <p:spPr>
          <a:xfrm>
            <a:off x="1253905" y="2781157"/>
            <a:ext cx="2997461" cy="8478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marL="0" marR="0" indent="0" algn="l" defTabSz="1218956" rtl="0" eaLnBrk="1" latinLnBrk="0" hangingPunct="1">
              <a:lnSpc>
                <a:spcPct val="100000"/>
              </a:lnSpc>
              <a:spcBef>
                <a:spcPts val="0"/>
              </a:spcBef>
              <a:spcAft>
                <a:spcPts val="0"/>
              </a:spcAft>
              <a:buClrTx/>
              <a:buSzTx/>
              <a:buFontTx/>
              <a:buNone/>
              <a:tabLst/>
              <a:defRPr sz="4199"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pPr algn="ctr"/>
            <a:r>
              <a:rPr lang="en-US" sz="3400" kern="0" dirty="0"/>
              <a:t>Understanding the problem</a:t>
            </a:r>
          </a:p>
        </p:txBody>
      </p:sp>
      <p:sp>
        <p:nvSpPr>
          <p:cNvPr id="14" name="Text Placeholder 3">
            <a:extLst>
              <a:ext uri="{FF2B5EF4-FFF2-40B4-BE49-F238E27FC236}">
                <a16:creationId xmlns:a16="http://schemas.microsoft.com/office/drawing/2014/main" id="{F8117F14-F781-9DA1-50FC-6EA73BC71A92}"/>
              </a:ext>
            </a:extLst>
          </p:cNvPr>
          <p:cNvSpPr txBox="1">
            <a:spLocks/>
          </p:cNvSpPr>
          <p:nvPr/>
        </p:nvSpPr>
        <p:spPr>
          <a:xfrm>
            <a:off x="7940634" y="2781157"/>
            <a:ext cx="2997461" cy="8478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marL="0" marR="0" indent="0" algn="l" defTabSz="1218956" rtl="0" eaLnBrk="1" latinLnBrk="0" hangingPunct="1">
              <a:lnSpc>
                <a:spcPct val="100000"/>
              </a:lnSpc>
              <a:spcBef>
                <a:spcPts val="0"/>
              </a:spcBef>
              <a:spcAft>
                <a:spcPts val="0"/>
              </a:spcAft>
              <a:buClrTx/>
              <a:buSzTx/>
              <a:buFontTx/>
              <a:buNone/>
              <a:tabLst/>
              <a:defRPr sz="4199"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pPr algn="ctr"/>
            <a:r>
              <a:rPr lang="en-US" sz="3400" kern="0" dirty="0"/>
              <a:t>Measuring the solution</a:t>
            </a:r>
          </a:p>
        </p:txBody>
      </p:sp>
    </p:spTree>
    <p:extLst>
      <p:ext uri="{BB962C8B-B14F-4D97-AF65-F5344CB8AC3E}">
        <p14:creationId xmlns:p14="http://schemas.microsoft.com/office/powerpoint/2010/main" val="1136478736"/>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B3841-B7E1-9CB7-0AE0-B1CDD3BE9F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412FB-56BE-F558-659E-50D8B26B577C}"/>
              </a:ext>
            </a:extLst>
          </p:cNvPr>
          <p:cNvSpPr>
            <a:spLocks noGrp="1"/>
          </p:cNvSpPr>
          <p:nvPr>
            <p:ph type="title"/>
          </p:nvPr>
        </p:nvSpPr>
        <p:spPr/>
        <p:txBody>
          <a:bodyPr/>
          <a:lstStyle/>
          <a:p>
            <a:r>
              <a:rPr lang="en-US" dirty="0">
                <a:latin typeface="+mj-lt"/>
              </a:rPr>
              <a:t>Module 4 Walkthrough</a:t>
            </a:r>
          </a:p>
        </p:txBody>
      </p:sp>
      <p:sp>
        <p:nvSpPr>
          <p:cNvPr id="3" name="Footer Placeholder 2">
            <a:extLst>
              <a:ext uri="{FF2B5EF4-FFF2-40B4-BE49-F238E27FC236}">
                <a16:creationId xmlns:a16="http://schemas.microsoft.com/office/drawing/2014/main" id="{0CDA14BE-1D01-844D-95C4-EBF979FFAA4E}"/>
              </a:ext>
            </a:extLst>
          </p:cNvPr>
          <p:cNvSpPr>
            <a:spLocks noGrp="1"/>
          </p:cNvSpPr>
          <p:nvPr>
            <p:ph type="ftr" sz="quarter" idx="18"/>
          </p:nvPr>
        </p:nvSpPr>
        <p:spPr/>
        <p:txBody>
          <a:bodyPr/>
          <a:lstStyle/>
          <a:p>
            <a:r>
              <a:rPr lang="en-US"/>
              <a:t>Agentic Engineering in Practice</a:t>
            </a:r>
          </a:p>
        </p:txBody>
      </p:sp>
      <p:sp>
        <p:nvSpPr>
          <p:cNvPr id="4" name="Slide Number Placeholder 3">
            <a:extLst>
              <a:ext uri="{FF2B5EF4-FFF2-40B4-BE49-F238E27FC236}">
                <a16:creationId xmlns:a16="http://schemas.microsoft.com/office/drawing/2014/main" id="{65F64670-806A-22EE-0A0F-21E914C6C34D}"/>
              </a:ext>
            </a:extLst>
          </p:cNvPr>
          <p:cNvSpPr>
            <a:spLocks noGrp="1"/>
          </p:cNvSpPr>
          <p:nvPr>
            <p:ph type="sldNum" sz="quarter" idx="4"/>
          </p:nvPr>
        </p:nvSpPr>
        <p:spPr/>
        <p:txBody>
          <a:bodyPr/>
          <a:lstStyle/>
          <a:p>
            <a:fld id="{86CB4B4D-7CA3-9044-876B-883B54F8677D}" type="slidenum">
              <a:rPr lang="en-US" smtClean="0"/>
              <a:pPr/>
              <a:t>45</a:t>
            </a:fld>
            <a:endParaRPr lang="en-US"/>
          </a:p>
        </p:txBody>
      </p:sp>
      <p:sp>
        <p:nvSpPr>
          <p:cNvPr id="5" name="Title 22">
            <a:extLst>
              <a:ext uri="{FF2B5EF4-FFF2-40B4-BE49-F238E27FC236}">
                <a16:creationId xmlns:a16="http://schemas.microsoft.com/office/drawing/2014/main" id="{C7A47805-3A84-3999-168D-BE5A1F3F62C5}"/>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4: Balancing Cost Through Efficiency</a:t>
            </a:r>
          </a:p>
        </p:txBody>
      </p:sp>
    </p:spTree>
    <p:extLst>
      <p:ext uri="{BB962C8B-B14F-4D97-AF65-F5344CB8AC3E}">
        <p14:creationId xmlns:p14="http://schemas.microsoft.com/office/powerpoint/2010/main" val="293054854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85360-0431-DE64-9B57-0A7C8D96691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8A962DB-5CDC-EF3F-EB03-F008B56EA53D}"/>
              </a:ext>
            </a:extLst>
          </p:cNvPr>
          <p:cNvSpPr>
            <a:spLocks noGrp="1"/>
          </p:cNvSpPr>
          <p:nvPr>
            <p:ph type="ftr" sz="quarter" idx="18"/>
          </p:nvPr>
        </p:nvSpPr>
        <p:spPr/>
        <p:txBody>
          <a:bodyPr/>
          <a:lstStyle/>
          <a:p>
            <a:r>
              <a:rPr lang="en-US" dirty="0"/>
              <a:t>Agentic Engineering in Practice</a:t>
            </a:r>
          </a:p>
        </p:txBody>
      </p:sp>
      <p:sp>
        <p:nvSpPr>
          <p:cNvPr id="3" name="Slide Number Placeholder 2">
            <a:extLst>
              <a:ext uri="{FF2B5EF4-FFF2-40B4-BE49-F238E27FC236}">
                <a16:creationId xmlns:a16="http://schemas.microsoft.com/office/drawing/2014/main" id="{1EEDFDFA-CDE4-90AC-FAA8-8ED6BE4EAAAD}"/>
              </a:ext>
            </a:extLst>
          </p:cNvPr>
          <p:cNvSpPr>
            <a:spLocks noGrp="1"/>
          </p:cNvSpPr>
          <p:nvPr>
            <p:ph type="sldNum" sz="quarter" idx="4"/>
          </p:nvPr>
        </p:nvSpPr>
        <p:spPr/>
        <p:txBody>
          <a:bodyPr/>
          <a:lstStyle/>
          <a:p>
            <a:fld id="{86CB4B4D-7CA3-9044-876B-883B54F8677D}" type="slidenum">
              <a:rPr lang="en-US" smtClean="0"/>
              <a:pPr/>
              <a:t>46</a:t>
            </a:fld>
            <a:endParaRPr lang="en-US"/>
          </a:p>
        </p:txBody>
      </p:sp>
      <p:sp>
        <p:nvSpPr>
          <p:cNvPr id="4" name="Text Placeholder 3">
            <a:extLst>
              <a:ext uri="{FF2B5EF4-FFF2-40B4-BE49-F238E27FC236}">
                <a16:creationId xmlns:a16="http://schemas.microsoft.com/office/drawing/2014/main" id="{4AF6681F-C5BF-F43D-D091-2FF0FCD37EE4}"/>
              </a:ext>
            </a:extLst>
          </p:cNvPr>
          <p:cNvSpPr>
            <a:spLocks noGrp="1"/>
          </p:cNvSpPr>
          <p:nvPr>
            <p:ph type="body" sz="quarter" idx="19"/>
          </p:nvPr>
        </p:nvSpPr>
        <p:spPr/>
        <p:txBody>
          <a:bodyPr/>
          <a:lstStyle/>
          <a:p>
            <a:r>
              <a:rPr lang="en-US" dirty="0"/>
              <a:t>Module 5: Justifying an AI Workflow</a:t>
            </a:r>
            <a:endParaRPr lang="en-US" dirty="0">
              <a:highlight>
                <a:srgbClr val="00FFFF"/>
              </a:highlight>
            </a:endParaRPr>
          </a:p>
        </p:txBody>
      </p:sp>
    </p:spTree>
    <p:extLst>
      <p:ext uri="{BB962C8B-B14F-4D97-AF65-F5344CB8AC3E}">
        <p14:creationId xmlns:p14="http://schemas.microsoft.com/office/powerpoint/2010/main" val="1633259857"/>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9B9BC9-605F-C287-529B-4C624122383B}"/>
              </a:ext>
            </a:extLst>
          </p:cNvPr>
          <p:cNvSpPr>
            <a:spLocks noGrp="1"/>
          </p:cNvSpPr>
          <p:nvPr>
            <p:ph type="sldNum" sz="quarter" idx="4"/>
          </p:nvPr>
        </p:nvSpPr>
        <p:spPr/>
        <p:txBody>
          <a:bodyPr/>
          <a:lstStyle/>
          <a:p>
            <a:fld id="{86CB4B4D-7CA3-9044-876B-883B54F8677D}" type="slidenum">
              <a:rPr lang="en-US" smtClean="0"/>
              <a:pPr/>
              <a:t>47</a:t>
            </a:fld>
            <a:endParaRPr lang="en-US"/>
          </a:p>
        </p:txBody>
      </p:sp>
      <p:sp>
        <p:nvSpPr>
          <p:cNvPr id="4" name="Text Placeholder 3">
            <a:extLst>
              <a:ext uri="{FF2B5EF4-FFF2-40B4-BE49-F238E27FC236}">
                <a16:creationId xmlns:a16="http://schemas.microsoft.com/office/drawing/2014/main" id="{BE68A62E-5C15-6016-9C9A-B3B8241D103C}"/>
              </a:ext>
            </a:extLst>
          </p:cNvPr>
          <p:cNvSpPr>
            <a:spLocks noGrp="1"/>
          </p:cNvSpPr>
          <p:nvPr>
            <p:ph type="body" sz="quarter" idx="19"/>
          </p:nvPr>
        </p:nvSpPr>
        <p:spPr>
          <a:xfrm>
            <a:off x="287963" y="154800"/>
            <a:ext cx="7890122" cy="5178133"/>
          </a:xfrm>
        </p:spPr>
        <p:txBody>
          <a:bodyPr/>
          <a:lstStyle/>
          <a:p>
            <a:r>
              <a:rPr lang="en-US" dirty="0"/>
              <a:t>Software delivery performance metrics have always been necessary, now more so than ever.</a:t>
            </a:r>
          </a:p>
          <a:p>
            <a:endParaRPr lang="en-US" b="1" dirty="0"/>
          </a:p>
          <a:p>
            <a:r>
              <a:rPr lang="en-US" dirty="0"/>
              <a:t>It measure not what you’re doing, but </a:t>
            </a:r>
            <a:r>
              <a:rPr lang="en-US" b="1" dirty="0"/>
              <a:t>why</a:t>
            </a:r>
            <a:r>
              <a:rPr lang="en-US" dirty="0"/>
              <a:t>.</a:t>
            </a:r>
          </a:p>
        </p:txBody>
      </p:sp>
      <p:sp>
        <p:nvSpPr>
          <p:cNvPr id="5" name="Title 22">
            <a:extLst>
              <a:ext uri="{FF2B5EF4-FFF2-40B4-BE49-F238E27FC236}">
                <a16:creationId xmlns:a16="http://schemas.microsoft.com/office/drawing/2014/main" id="{80CBE0AA-64A8-1447-5B17-56FB0EA5784C}"/>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5: Justifying an AI Workflow</a:t>
            </a:r>
            <a:endParaRPr lang="en-US" sz="1400" dirty="0">
              <a:highlight>
                <a:srgbClr val="00FFFF"/>
              </a:highlight>
            </a:endParaRPr>
          </a:p>
        </p:txBody>
      </p:sp>
      <p:sp>
        <p:nvSpPr>
          <p:cNvPr id="7" name="Footer Placeholder 1">
            <a:extLst>
              <a:ext uri="{FF2B5EF4-FFF2-40B4-BE49-F238E27FC236}">
                <a16:creationId xmlns:a16="http://schemas.microsoft.com/office/drawing/2014/main" id="{B003D5FB-E5DE-BF77-BBEF-13FCB0D28AC5}"/>
              </a:ext>
            </a:extLst>
          </p:cNvPr>
          <p:cNvSpPr>
            <a:spLocks noGrp="1"/>
          </p:cNvSpPr>
          <p:nvPr>
            <p:ph type="ftr" sz="quarter" idx="18"/>
          </p:nvPr>
        </p:nvSpPr>
        <p:spPr>
          <a:xfrm>
            <a:off x="287963" y="6408000"/>
            <a:ext cx="2471416" cy="190500"/>
          </a:xfrm>
        </p:spPr>
        <p:txBody>
          <a:bodyPr/>
          <a:lstStyle/>
          <a:p>
            <a:r>
              <a:rPr lang="en-US" dirty="0"/>
              <a:t>Agentic Engineering in Practice</a:t>
            </a:r>
          </a:p>
        </p:txBody>
      </p:sp>
    </p:spTree>
    <p:extLst>
      <p:ext uri="{BB962C8B-B14F-4D97-AF65-F5344CB8AC3E}">
        <p14:creationId xmlns:p14="http://schemas.microsoft.com/office/powerpoint/2010/main" val="711764528"/>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3BD1-7787-E39F-AEFB-5B4143B2ACB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6084DE-71D6-BB42-23F5-5409C4E024E3}"/>
              </a:ext>
            </a:extLst>
          </p:cNvPr>
          <p:cNvSpPr>
            <a:spLocks noGrp="1"/>
          </p:cNvSpPr>
          <p:nvPr>
            <p:ph type="sldNum" sz="quarter" idx="4"/>
          </p:nvPr>
        </p:nvSpPr>
        <p:spPr/>
        <p:txBody>
          <a:bodyPr/>
          <a:lstStyle/>
          <a:p>
            <a:fld id="{86CB4B4D-7CA3-9044-876B-883B54F8677D}" type="slidenum">
              <a:rPr lang="en-US" smtClean="0"/>
              <a:pPr/>
              <a:t>48</a:t>
            </a:fld>
            <a:endParaRPr lang="en-US"/>
          </a:p>
        </p:txBody>
      </p:sp>
      <p:sp>
        <p:nvSpPr>
          <p:cNvPr id="4" name="Text Placeholder 3">
            <a:extLst>
              <a:ext uri="{FF2B5EF4-FFF2-40B4-BE49-F238E27FC236}">
                <a16:creationId xmlns:a16="http://schemas.microsoft.com/office/drawing/2014/main" id="{5935BF34-58F4-FBC7-9360-61B0DC5F1CA8}"/>
              </a:ext>
            </a:extLst>
          </p:cNvPr>
          <p:cNvSpPr>
            <a:spLocks noGrp="1"/>
          </p:cNvSpPr>
          <p:nvPr>
            <p:ph type="body" sz="quarter" idx="19"/>
          </p:nvPr>
        </p:nvSpPr>
        <p:spPr/>
        <p:txBody>
          <a:bodyPr/>
          <a:lstStyle/>
          <a:p>
            <a:r>
              <a:rPr lang="en-US" sz="4200" dirty="0"/>
              <a:t>DORA’s key output metrics are divided into two categories:</a:t>
            </a:r>
          </a:p>
          <a:p>
            <a:endParaRPr lang="en-US" sz="4200" dirty="0"/>
          </a:p>
          <a:p>
            <a:r>
              <a:rPr lang="en-US" sz="4200" b="1" dirty="0"/>
              <a:t>Throughput</a:t>
            </a:r>
            <a:r>
              <a:rPr lang="en-US" sz="4200" dirty="0"/>
              <a:t> and </a:t>
            </a:r>
            <a:r>
              <a:rPr lang="en-US" sz="4200" b="1" dirty="0"/>
              <a:t>Instability</a:t>
            </a:r>
            <a:r>
              <a:rPr lang="en-US" sz="4200" dirty="0"/>
              <a:t>.</a:t>
            </a:r>
          </a:p>
        </p:txBody>
      </p:sp>
      <p:sp>
        <p:nvSpPr>
          <p:cNvPr id="5" name="Footer Placeholder 1">
            <a:extLst>
              <a:ext uri="{FF2B5EF4-FFF2-40B4-BE49-F238E27FC236}">
                <a16:creationId xmlns:a16="http://schemas.microsoft.com/office/drawing/2014/main" id="{41AA88FA-42B2-3E1C-6C1C-A35F2B271CE6}"/>
              </a:ext>
            </a:extLst>
          </p:cNvPr>
          <p:cNvSpPr>
            <a:spLocks noGrp="1"/>
          </p:cNvSpPr>
          <p:nvPr>
            <p:ph type="ftr" sz="quarter" idx="18"/>
          </p:nvPr>
        </p:nvSpPr>
        <p:spPr>
          <a:xfrm>
            <a:off x="287963" y="6408000"/>
            <a:ext cx="2471416" cy="190500"/>
          </a:xfrm>
        </p:spPr>
        <p:txBody>
          <a:bodyPr/>
          <a:lstStyle/>
          <a:p>
            <a:r>
              <a:rPr lang="en-US" dirty="0"/>
              <a:t>Agentic Engineering in Practice</a:t>
            </a:r>
          </a:p>
        </p:txBody>
      </p:sp>
      <p:sp>
        <p:nvSpPr>
          <p:cNvPr id="6" name="Title 22">
            <a:extLst>
              <a:ext uri="{FF2B5EF4-FFF2-40B4-BE49-F238E27FC236}">
                <a16:creationId xmlns:a16="http://schemas.microsoft.com/office/drawing/2014/main" id="{84D1245D-764B-4D7D-683B-44DD30C616D1}"/>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5: Justifying an AI Workflow</a:t>
            </a:r>
            <a:endParaRPr lang="en-US" sz="1400" dirty="0">
              <a:highlight>
                <a:srgbClr val="00FFFF"/>
              </a:highlight>
            </a:endParaRPr>
          </a:p>
        </p:txBody>
      </p:sp>
    </p:spTree>
    <p:extLst>
      <p:ext uri="{BB962C8B-B14F-4D97-AF65-F5344CB8AC3E}">
        <p14:creationId xmlns:p14="http://schemas.microsoft.com/office/powerpoint/2010/main" val="329823809"/>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AC982-D1EA-81A7-6F72-2CAE6F9F114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BF91047-F525-8DAF-E841-6D18259D28F1}"/>
              </a:ext>
            </a:extLst>
          </p:cNvPr>
          <p:cNvSpPr>
            <a:spLocks noGrp="1"/>
          </p:cNvSpPr>
          <p:nvPr>
            <p:ph type="sldNum" sz="quarter" idx="4"/>
          </p:nvPr>
        </p:nvSpPr>
        <p:spPr/>
        <p:txBody>
          <a:bodyPr/>
          <a:lstStyle/>
          <a:p>
            <a:fld id="{86CB4B4D-7CA3-9044-876B-883B54F8677D}" type="slidenum">
              <a:rPr lang="en-US" smtClean="0"/>
              <a:pPr/>
              <a:t>49</a:t>
            </a:fld>
            <a:endParaRPr lang="en-US"/>
          </a:p>
        </p:txBody>
      </p:sp>
      <p:sp>
        <p:nvSpPr>
          <p:cNvPr id="4" name="Text Placeholder 3">
            <a:extLst>
              <a:ext uri="{FF2B5EF4-FFF2-40B4-BE49-F238E27FC236}">
                <a16:creationId xmlns:a16="http://schemas.microsoft.com/office/drawing/2014/main" id="{2086B9C8-73D7-9457-D157-7D5043DB3EF8}"/>
              </a:ext>
            </a:extLst>
          </p:cNvPr>
          <p:cNvSpPr>
            <a:spLocks noGrp="1"/>
          </p:cNvSpPr>
          <p:nvPr>
            <p:ph type="body" sz="quarter" idx="19"/>
          </p:nvPr>
        </p:nvSpPr>
        <p:spPr>
          <a:xfrm>
            <a:off x="287963" y="154800"/>
            <a:ext cx="10028014" cy="5178133"/>
          </a:xfrm>
        </p:spPr>
        <p:txBody>
          <a:bodyPr/>
          <a:lstStyle/>
          <a:p>
            <a:r>
              <a:rPr lang="en-US" sz="4200" dirty="0"/>
              <a:t>Throughput measures how much </a:t>
            </a:r>
            <a:r>
              <a:rPr lang="en-US" sz="4200" b="1" i="1" dirty="0"/>
              <a:t>more</a:t>
            </a:r>
            <a:r>
              <a:rPr lang="en-US" sz="4200" dirty="0"/>
              <a:t> you can deliver.</a:t>
            </a:r>
          </a:p>
          <a:p>
            <a:endParaRPr lang="en-US" sz="4200" dirty="0"/>
          </a:p>
          <a:p>
            <a:pPr marL="571500" indent="-571500">
              <a:buFont typeface="Arial" panose="020B0604020202020204" pitchFamily="34" charset="0"/>
              <a:buChar char="•"/>
            </a:pPr>
            <a:r>
              <a:rPr lang="en-US" dirty="0"/>
              <a:t>Change lead time</a:t>
            </a:r>
          </a:p>
          <a:p>
            <a:pPr marL="571500" indent="-571500">
              <a:buFont typeface="Arial" panose="020B0604020202020204" pitchFamily="34" charset="0"/>
              <a:buChar char="•"/>
            </a:pPr>
            <a:r>
              <a:rPr lang="en-US" dirty="0"/>
              <a:t>Deployment frequency</a:t>
            </a:r>
          </a:p>
          <a:p>
            <a:pPr marL="571500" indent="-571500">
              <a:buFont typeface="Arial" panose="020B0604020202020204" pitchFamily="34" charset="0"/>
              <a:buChar char="•"/>
            </a:pPr>
            <a:r>
              <a:rPr lang="en-US" dirty="0"/>
              <a:t>Failed deployment recovery time</a:t>
            </a:r>
            <a:endParaRPr lang="en-US" sz="4200" dirty="0"/>
          </a:p>
          <a:p>
            <a:endParaRPr lang="en-US" sz="4200" dirty="0"/>
          </a:p>
          <a:p>
            <a:pPr marL="571500" indent="-571500">
              <a:buFont typeface="Arial" panose="020B0604020202020204" pitchFamily="34" charset="0"/>
              <a:buChar char="•"/>
            </a:pPr>
            <a:endParaRPr lang="en-US" sz="4200" dirty="0"/>
          </a:p>
        </p:txBody>
      </p:sp>
      <p:sp>
        <p:nvSpPr>
          <p:cNvPr id="5" name="Footer Placeholder 1">
            <a:extLst>
              <a:ext uri="{FF2B5EF4-FFF2-40B4-BE49-F238E27FC236}">
                <a16:creationId xmlns:a16="http://schemas.microsoft.com/office/drawing/2014/main" id="{6B0C83BB-C7FA-DE8A-B2BD-F783E64EE8C8}"/>
              </a:ext>
            </a:extLst>
          </p:cNvPr>
          <p:cNvSpPr>
            <a:spLocks noGrp="1"/>
          </p:cNvSpPr>
          <p:nvPr>
            <p:ph type="ftr" sz="quarter" idx="18"/>
          </p:nvPr>
        </p:nvSpPr>
        <p:spPr>
          <a:xfrm>
            <a:off x="287963" y="6408000"/>
            <a:ext cx="2471416" cy="190500"/>
          </a:xfrm>
        </p:spPr>
        <p:txBody>
          <a:bodyPr/>
          <a:lstStyle/>
          <a:p>
            <a:r>
              <a:rPr lang="en-US" dirty="0"/>
              <a:t>Agentic Engineering in Practice</a:t>
            </a:r>
          </a:p>
        </p:txBody>
      </p:sp>
      <p:sp>
        <p:nvSpPr>
          <p:cNvPr id="6" name="Title 22">
            <a:extLst>
              <a:ext uri="{FF2B5EF4-FFF2-40B4-BE49-F238E27FC236}">
                <a16:creationId xmlns:a16="http://schemas.microsoft.com/office/drawing/2014/main" id="{FDFC1920-7540-D9AF-B4F8-E868339F5F7B}"/>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5: Justifying an AI Workflow</a:t>
            </a:r>
            <a:endParaRPr lang="en-US" sz="1400" dirty="0">
              <a:highlight>
                <a:srgbClr val="00FFFF"/>
              </a:highlight>
            </a:endParaRPr>
          </a:p>
        </p:txBody>
      </p:sp>
    </p:spTree>
    <p:extLst>
      <p:ext uri="{BB962C8B-B14F-4D97-AF65-F5344CB8AC3E}">
        <p14:creationId xmlns:p14="http://schemas.microsoft.com/office/powerpoint/2010/main" val="3658416380"/>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52426-9DFA-7AEE-28D9-0B38193170A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3AC489B-96B2-1F7D-3049-DE07166E3D46}"/>
              </a:ext>
            </a:extLst>
          </p:cNvPr>
          <p:cNvSpPr>
            <a:spLocks noGrp="1"/>
          </p:cNvSpPr>
          <p:nvPr>
            <p:ph type="sldNum" sz="quarter" idx="4"/>
          </p:nvPr>
        </p:nvSpPr>
        <p:spPr/>
        <p:txBody>
          <a:bodyPr/>
          <a:lstStyle/>
          <a:p>
            <a:fld id="{86CB4B4D-7CA3-9044-876B-883B54F8677D}" type="slidenum">
              <a:rPr lang="en-US" smtClean="0"/>
              <a:pPr/>
              <a:t>50</a:t>
            </a:fld>
            <a:endParaRPr lang="en-US"/>
          </a:p>
        </p:txBody>
      </p:sp>
      <p:sp>
        <p:nvSpPr>
          <p:cNvPr id="4" name="Text Placeholder 3">
            <a:extLst>
              <a:ext uri="{FF2B5EF4-FFF2-40B4-BE49-F238E27FC236}">
                <a16:creationId xmlns:a16="http://schemas.microsoft.com/office/drawing/2014/main" id="{076943B9-6CE7-2B0B-282C-3D78A236C4F7}"/>
              </a:ext>
            </a:extLst>
          </p:cNvPr>
          <p:cNvSpPr>
            <a:spLocks noGrp="1"/>
          </p:cNvSpPr>
          <p:nvPr>
            <p:ph type="body" sz="quarter" idx="19"/>
          </p:nvPr>
        </p:nvSpPr>
        <p:spPr>
          <a:xfrm>
            <a:off x="287963" y="154800"/>
            <a:ext cx="10028014" cy="5178133"/>
          </a:xfrm>
        </p:spPr>
        <p:txBody>
          <a:bodyPr/>
          <a:lstStyle/>
          <a:p>
            <a:r>
              <a:rPr lang="en-US" sz="4200" dirty="0"/>
              <a:t>Instability measures how much </a:t>
            </a:r>
            <a:r>
              <a:rPr lang="en-US" sz="4200" b="1" i="1" dirty="0"/>
              <a:t>better</a:t>
            </a:r>
            <a:r>
              <a:rPr lang="en-US" sz="4200" dirty="0"/>
              <a:t> you can deliver.</a:t>
            </a:r>
          </a:p>
          <a:p>
            <a:endParaRPr lang="en-US" sz="4200" dirty="0"/>
          </a:p>
          <a:p>
            <a:pPr marL="571500" indent="-571500">
              <a:buFont typeface="Arial" panose="020B0604020202020204" pitchFamily="34" charset="0"/>
              <a:buChar char="•"/>
            </a:pPr>
            <a:r>
              <a:rPr lang="en-US" dirty="0"/>
              <a:t>Change failure rate</a:t>
            </a:r>
            <a:endParaRPr lang="en-US" sz="4200" dirty="0"/>
          </a:p>
          <a:p>
            <a:pPr marL="571500" indent="-571500">
              <a:buFont typeface="Arial" panose="020B0604020202020204" pitchFamily="34" charset="0"/>
              <a:buChar char="•"/>
            </a:pPr>
            <a:r>
              <a:rPr lang="en-US" dirty="0"/>
              <a:t>Deployment rework rate</a:t>
            </a:r>
            <a:endParaRPr lang="en-US" sz="4200" dirty="0"/>
          </a:p>
        </p:txBody>
      </p:sp>
      <p:sp>
        <p:nvSpPr>
          <p:cNvPr id="5" name="Footer Placeholder 1">
            <a:extLst>
              <a:ext uri="{FF2B5EF4-FFF2-40B4-BE49-F238E27FC236}">
                <a16:creationId xmlns:a16="http://schemas.microsoft.com/office/drawing/2014/main" id="{C94D2642-8F76-E72C-D550-C7FFF4B3674B}"/>
              </a:ext>
            </a:extLst>
          </p:cNvPr>
          <p:cNvSpPr>
            <a:spLocks noGrp="1"/>
          </p:cNvSpPr>
          <p:nvPr>
            <p:ph type="ftr" sz="quarter" idx="18"/>
          </p:nvPr>
        </p:nvSpPr>
        <p:spPr>
          <a:xfrm>
            <a:off x="287963" y="6408000"/>
            <a:ext cx="2471416" cy="190500"/>
          </a:xfrm>
        </p:spPr>
        <p:txBody>
          <a:bodyPr/>
          <a:lstStyle/>
          <a:p>
            <a:r>
              <a:rPr lang="en-US" dirty="0"/>
              <a:t>Agentic Engineering in Practice</a:t>
            </a:r>
          </a:p>
        </p:txBody>
      </p:sp>
      <p:sp>
        <p:nvSpPr>
          <p:cNvPr id="6" name="Title 22">
            <a:extLst>
              <a:ext uri="{FF2B5EF4-FFF2-40B4-BE49-F238E27FC236}">
                <a16:creationId xmlns:a16="http://schemas.microsoft.com/office/drawing/2014/main" id="{7F472FCB-DC6C-FC97-CD07-B812A761C1AB}"/>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5: Justifying an AI Workflow</a:t>
            </a:r>
            <a:endParaRPr lang="en-US" sz="1400" dirty="0">
              <a:highlight>
                <a:srgbClr val="00FFFF"/>
              </a:highlight>
            </a:endParaRPr>
          </a:p>
        </p:txBody>
      </p:sp>
    </p:spTree>
    <p:extLst>
      <p:ext uri="{BB962C8B-B14F-4D97-AF65-F5344CB8AC3E}">
        <p14:creationId xmlns:p14="http://schemas.microsoft.com/office/powerpoint/2010/main" val="2167449336"/>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0E9FB4-5200-AC71-0D5F-62FF69216F45}"/>
              </a:ext>
            </a:extLst>
          </p:cNvPr>
          <p:cNvSpPr>
            <a:spLocks noGrp="1"/>
          </p:cNvSpPr>
          <p:nvPr>
            <p:ph type="sldNum" sz="quarter" idx="4"/>
          </p:nvPr>
        </p:nvSpPr>
        <p:spPr/>
        <p:txBody>
          <a:bodyPr/>
          <a:lstStyle/>
          <a:p>
            <a:fld id="{86CB4B4D-7CA3-9044-876B-883B54F8677D}" type="slidenum">
              <a:rPr lang="en-US" smtClean="0"/>
              <a:pPr/>
              <a:t>51</a:t>
            </a:fld>
            <a:endParaRPr lang="en-US"/>
          </a:p>
        </p:txBody>
      </p:sp>
      <p:sp>
        <p:nvSpPr>
          <p:cNvPr id="4" name="Text Placeholder 3">
            <a:extLst>
              <a:ext uri="{FF2B5EF4-FFF2-40B4-BE49-F238E27FC236}">
                <a16:creationId xmlns:a16="http://schemas.microsoft.com/office/drawing/2014/main" id="{0EA5F20E-2FA5-5B02-1CF0-99C0B9B0DD5C}"/>
              </a:ext>
            </a:extLst>
          </p:cNvPr>
          <p:cNvSpPr>
            <a:spLocks noGrp="1"/>
          </p:cNvSpPr>
          <p:nvPr>
            <p:ph type="body" sz="quarter" idx="19"/>
          </p:nvPr>
        </p:nvSpPr>
        <p:spPr>
          <a:xfrm>
            <a:off x="287963" y="154800"/>
            <a:ext cx="10787868" cy="5178133"/>
          </a:xfrm>
        </p:spPr>
        <p:txBody>
          <a:bodyPr/>
          <a:lstStyle/>
          <a:p>
            <a:r>
              <a:rPr lang="en-US" dirty="0"/>
              <a:t>Goodhart’s Law</a:t>
            </a:r>
          </a:p>
          <a:p>
            <a:endParaRPr lang="en-US" i="1" dirty="0"/>
          </a:p>
          <a:p>
            <a:r>
              <a:rPr lang="en-US" i="1" dirty="0"/>
              <a:t>“When a measure becomes a target, it ceases to be a good measure.”</a:t>
            </a:r>
          </a:p>
        </p:txBody>
      </p:sp>
      <p:sp>
        <p:nvSpPr>
          <p:cNvPr id="5" name="Footer Placeholder 1">
            <a:extLst>
              <a:ext uri="{FF2B5EF4-FFF2-40B4-BE49-F238E27FC236}">
                <a16:creationId xmlns:a16="http://schemas.microsoft.com/office/drawing/2014/main" id="{66B85DA3-23FC-1B9F-A5BD-2848E2493A5D}"/>
              </a:ext>
            </a:extLst>
          </p:cNvPr>
          <p:cNvSpPr>
            <a:spLocks noGrp="1"/>
          </p:cNvSpPr>
          <p:nvPr>
            <p:ph type="ftr" sz="quarter" idx="18"/>
          </p:nvPr>
        </p:nvSpPr>
        <p:spPr>
          <a:xfrm>
            <a:off x="287963" y="6408000"/>
            <a:ext cx="2471416" cy="190500"/>
          </a:xfrm>
        </p:spPr>
        <p:txBody>
          <a:bodyPr/>
          <a:lstStyle/>
          <a:p>
            <a:r>
              <a:rPr lang="en-US" dirty="0"/>
              <a:t>Agentic Engineering in Practice</a:t>
            </a:r>
          </a:p>
        </p:txBody>
      </p:sp>
      <p:sp>
        <p:nvSpPr>
          <p:cNvPr id="6" name="Title 22">
            <a:extLst>
              <a:ext uri="{FF2B5EF4-FFF2-40B4-BE49-F238E27FC236}">
                <a16:creationId xmlns:a16="http://schemas.microsoft.com/office/drawing/2014/main" id="{15F6E62E-D71F-3E47-E06F-9773B56F6A38}"/>
              </a:ext>
            </a:extLst>
          </p:cNvPr>
          <p:cNvSpPr txBox="1">
            <a:spLocks/>
          </p:cNvSpPr>
          <p:nvPr/>
        </p:nvSpPr>
        <p:spPr>
          <a:xfrm>
            <a:off x="7993400" y="6408000"/>
            <a:ext cx="3572953" cy="26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algn="r"/>
            <a:r>
              <a:rPr lang="en-US" sz="1400" dirty="0"/>
              <a:t>Module 5: Justifying an AI Workflow</a:t>
            </a:r>
            <a:endParaRPr lang="en-US" sz="1400" dirty="0">
              <a:highlight>
                <a:srgbClr val="00FFFF"/>
              </a:highlight>
            </a:endParaRPr>
          </a:p>
        </p:txBody>
      </p:sp>
    </p:spTree>
    <p:extLst>
      <p:ext uri="{BB962C8B-B14F-4D97-AF65-F5344CB8AC3E}">
        <p14:creationId xmlns:p14="http://schemas.microsoft.com/office/powerpoint/2010/main" val="1687748831"/>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CA429-99D9-18B6-8F58-C703F24FB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9D217-6E98-AA01-84EB-0C0FFA80A077}"/>
              </a:ext>
            </a:extLst>
          </p:cNvPr>
          <p:cNvSpPr>
            <a:spLocks noGrp="1"/>
          </p:cNvSpPr>
          <p:nvPr>
            <p:ph type="title" idx="4294967295"/>
          </p:nvPr>
        </p:nvSpPr>
        <p:spPr>
          <a:xfrm>
            <a:off x="255554" y="1241121"/>
            <a:ext cx="8855509" cy="1191059"/>
          </a:xfrm>
        </p:spPr>
        <p:txBody>
          <a:bodyPr lIns="0" tIns="0" rIns="0" bIns="0" anchor="t"/>
          <a:lstStyle/>
          <a:p>
            <a:pPr indent="-228554">
              <a:lnSpc>
                <a:spcPct val="100000"/>
              </a:lnSpc>
            </a:pPr>
            <a:r>
              <a:rPr lang="en-US" sz="3999" dirty="0">
                <a:solidFill>
                  <a:schemeClr val="accent1"/>
                </a:solidFill>
              </a:rPr>
              <a:t>Build the AI development skills employers are looking for.</a:t>
            </a:r>
          </a:p>
        </p:txBody>
      </p:sp>
      <p:sp>
        <p:nvSpPr>
          <p:cNvPr id="4" name="Text Placeholder 3">
            <a:extLst>
              <a:ext uri="{FF2B5EF4-FFF2-40B4-BE49-F238E27FC236}">
                <a16:creationId xmlns:a16="http://schemas.microsoft.com/office/drawing/2014/main" id="{41D125D8-3AB6-6E8D-D7E1-E403A814C4F7}"/>
              </a:ext>
            </a:extLst>
          </p:cNvPr>
          <p:cNvSpPr>
            <a:spLocks noGrp="1"/>
          </p:cNvSpPr>
          <p:nvPr>
            <p:ph type="body" sz="quarter" idx="4294967295"/>
          </p:nvPr>
        </p:nvSpPr>
        <p:spPr>
          <a:xfrm>
            <a:off x="284126" y="2690280"/>
            <a:ext cx="6096794" cy="1503624"/>
          </a:xfrm>
        </p:spPr>
        <p:txBody>
          <a:bodyPr lIns="0" tIns="0" rIns="0" bIns="0" anchor="t"/>
          <a:lstStyle/>
          <a:p>
            <a:pPr indent="-228554">
              <a:lnSpc>
                <a:spcPct val="100000"/>
              </a:lnSpc>
              <a:spcAft>
                <a:spcPts val="300"/>
              </a:spcAft>
            </a:pPr>
            <a:r>
              <a:rPr lang="en-US" dirty="0"/>
              <a:t>Learn through hands-on experiences with IBM Bob:</a:t>
            </a:r>
          </a:p>
          <a:p>
            <a:pPr marL="274265" indent="-274265">
              <a:lnSpc>
                <a:spcPct val="100000"/>
              </a:lnSpc>
              <a:spcAft>
                <a:spcPts val="300"/>
              </a:spcAft>
              <a:buFont typeface="IBM Plex Sans Light,Sans-Serif"/>
              <a:buChar char="—"/>
            </a:pPr>
            <a:r>
              <a:rPr lang="pt-BR" dirty="0"/>
              <a:t>AI-</a:t>
            </a:r>
            <a:r>
              <a:rPr lang="pt-BR" dirty="0" err="1"/>
              <a:t>assisted</a:t>
            </a:r>
            <a:r>
              <a:rPr lang="pt-BR" dirty="0"/>
              <a:t> software </a:t>
            </a:r>
            <a:r>
              <a:rPr lang="pt-BR" dirty="0" err="1"/>
              <a:t>development</a:t>
            </a:r>
            <a:endParaRPr lang="pt-BR" dirty="0"/>
          </a:p>
          <a:p>
            <a:pPr marL="274265" indent="-274265">
              <a:lnSpc>
                <a:spcPct val="100000"/>
              </a:lnSpc>
              <a:spcAft>
                <a:spcPts val="300"/>
              </a:spcAft>
              <a:buFont typeface="IBM Plex Sans Light,Sans-Serif"/>
              <a:buChar char="—"/>
            </a:pPr>
            <a:r>
              <a:rPr lang="pt-BR" dirty="0"/>
              <a:t>Real-world </a:t>
            </a:r>
            <a:r>
              <a:rPr lang="pt-BR" dirty="0" err="1"/>
              <a:t>development</a:t>
            </a:r>
            <a:r>
              <a:rPr lang="pt-BR" dirty="0"/>
              <a:t> workflows</a:t>
            </a:r>
          </a:p>
          <a:p>
            <a:pPr marL="274265" indent="-274265">
              <a:lnSpc>
                <a:spcPct val="100000"/>
              </a:lnSpc>
              <a:spcAft>
                <a:spcPts val="300"/>
              </a:spcAft>
              <a:buFont typeface="IBM Plex Sans Light,Sans-Serif"/>
              <a:buChar char="—"/>
            </a:pPr>
            <a:r>
              <a:rPr lang="pt-BR" dirty="0"/>
              <a:t>Portfolio-</a:t>
            </a:r>
            <a:r>
              <a:rPr lang="pt-BR" dirty="0" err="1"/>
              <a:t>ready</a:t>
            </a:r>
            <a:r>
              <a:rPr lang="pt-BR" dirty="0"/>
              <a:t> </a:t>
            </a:r>
            <a:r>
              <a:rPr lang="pt-BR" dirty="0" err="1"/>
              <a:t>projects</a:t>
            </a:r>
            <a:endParaRPr lang="pt-BR" dirty="0"/>
          </a:p>
          <a:p>
            <a:pPr marL="274265" indent="-274265">
              <a:lnSpc>
                <a:spcPct val="100000"/>
              </a:lnSpc>
              <a:spcAft>
                <a:spcPts val="300"/>
              </a:spcAft>
              <a:buFont typeface="IBM Plex Sans Light,Sans-Serif"/>
              <a:buChar char="—"/>
            </a:pPr>
            <a:r>
              <a:rPr lang="pt-BR" dirty="0" err="1"/>
              <a:t>Industry-recognized</a:t>
            </a:r>
            <a:r>
              <a:rPr lang="pt-BR" dirty="0"/>
              <a:t> </a:t>
            </a:r>
            <a:r>
              <a:rPr lang="pt-BR" dirty="0" err="1"/>
              <a:t>credentials</a:t>
            </a:r>
            <a:endParaRPr lang="pt-BR" dirty="0"/>
          </a:p>
        </p:txBody>
      </p:sp>
      <p:pic>
        <p:nvPicPr>
          <p:cNvPr id="5" name="Picture 4">
            <a:extLst>
              <a:ext uri="{FF2B5EF4-FFF2-40B4-BE49-F238E27FC236}">
                <a16:creationId xmlns:a16="http://schemas.microsoft.com/office/drawing/2014/main" id="{48A7B6A2-0D4F-7C09-4578-C66E8E4C1541}"/>
              </a:ext>
            </a:extLst>
          </p:cNvPr>
          <p:cNvPicPr>
            <a:picLocks noChangeAspect="1"/>
          </p:cNvPicPr>
          <p:nvPr/>
        </p:nvPicPr>
        <p:blipFill>
          <a:blip r:embed="rId2"/>
          <a:srcRect l="12249" t="12343" r="12059" b="12116"/>
          <a:stretch>
            <a:fillRect/>
          </a:stretch>
        </p:blipFill>
        <p:spPr>
          <a:xfrm>
            <a:off x="304256" y="5146623"/>
            <a:ext cx="1428067" cy="1425218"/>
          </a:xfrm>
          <a:prstGeom prst="rect">
            <a:avLst/>
          </a:prstGeom>
        </p:spPr>
      </p:pic>
      <p:sp>
        <p:nvSpPr>
          <p:cNvPr id="3" name="TextBox 13">
            <a:extLst>
              <a:ext uri="{FF2B5EF4-FFF2-40B4-BE49-F238E27FC236}">
                <a16:creationId xmlns:a16="http://schemas.microsoft.com/office/drawing/2014/main" id="{DD855631-E367-E0CA-7042-C6D6BCBE47B6}"/>
              </a:ext>
            </a:extLst>
          </p:cNvPr>
          <p:cNvSpPr txBox="1"/>
          <p:nvPr/>
        </p:nvSpPr>
        <p:spPr>
          <a:xfrm>
            <a:off x="294501" y="4568782"/>
            <a:ext cx="1394380" cy="36933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pt-BR" sz="1200"/>
              <a:t>Scan to explore</a:t>
            </a:r>
            <a:br>
              <a:rPr lang="pt-BR" sz="1200"/>
            </a:br>
            <a:r>
              <a:rPr lang="pt-BR" sz="1200"/>
              <a:t>IBM Bob in action </a:t>
            </a:r>
            <a:r>
              <a:rPr lang="pt-BR" sz="1200" kern="0">
                <a:sym typeface="IBM Plex Sans Light"/>
              </a:rPr>
              <a:t>↷</a:t>
            </a:r>
            <a:endParaRPr lang="en-US" sz="1200"/>
          </a:p>
        </p:txBody>
      </p:sp>
    </p:spTree>
    <p:extLst>
      <p:ext uri="{BB962C8B-B14F-4D97-AF65-F5344CB8AC3E}">
        <p14:creationId xmlns:p14="http://schemas.microsoft.com/office/powerpoint/2010/main" val="366554024"/>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7549563"/>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31DF0289-1028-6943-A020-36845773A867}" vid="{420903E5-FF27-9C4D-AB14-78ABBED49D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4349</Words>
  <Application>Microsoft Office PowerPoint</Application>
  <PresentationFormat>Widescreen</PresentationFormat>
  <Paragraphs>548</Paragraphs>
  <Slides>53</Slides>
  <Notes>47</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IBM presentation template</vt:lpstr>
      <vt:lpstr>Agentic Engineering in Practice</vt:lpstr>
      <vt:lpstr>Our roadmap:</vt:lpstr>
      <vt:lpstr>link to Bob</vt:lpstr>
      <vt:lpstr>Introduction to Agentic Engineering</vt:lpstr>
      <vt:lpstr>STOP CODING SLOP  PLEASE</vt:lpstr>
      <vt:lpstr>PowerPoint Presentation</vt:lpstr>
      <vt:lpstr>PowerPoint Presentation</vt:lpstr>
      <vt:lpstr>PLAN</vt:lpstr>
      <vt:lpstr>PowerPoint Presentation</vt:lpstr>
      <vt:lpstr>IBM Bob IDE Walkthrough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1 Walkthrough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Agentic Implementation</vt:lpstr>
      <vt:lpstr>PowerPoint Presentation</vt:lpstr>
      <vt:lpstr>Module 2 Walkthrough</vt:lpstr>
      <vt:lpstr>PowerPoint Presentation</vt:lpstr>
      <vt:lpstr>PowerPoint Presentation</vt:lpstr>
      <vt:lpstr>PowerPoint Presentation</vt:lpstr>
      <vt:lpstr>PowerPoint Presentation</vt:lpstr>
      <vt:lpstr>Module 3 Walkthrough</vt:lpstr>
      <vt:lpstr>PowerPoint Presentation</vt:lpstr>
      <vt:lpstr>PowerPoint Presentation</vt:lpstr>
      <vt:lpstr>PLAN</vt:lpstr>
      <vt:lpstr>PowerPoint Presentation</vt:lpstr>
      <vt:lpstr>PowerPoint Presentation</vt:lpstr>
      <vt:lpstr>PowerPoint Presentation</vt:lpstr>
      <vt:lpstr>Module 4 Walkthrough</vt:lpstr>
      <vt:lpstr>PowerPoint Presentation</vt:lpstr>
      <vt:lpstr>PowerPoint Presentation</vt:lpstr>
      <vt:lpstr>PowerPoint Presentation</vt:lpstr>
      <vt:lpstr>PowerPoint Presentation</vt:lpstr>
      <vt:lpstr>PowerPoint Presentation</vt:lpstr>
      <vt:lpstr>PowerPoint Presentation</vt:lpstr>
      <vt:lpstr>Build the AI development skills employers are looking for.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Wang</dc:creator>
  <cp:lastModifiedBy>Jamie Wang</cp:lastModifiedBy>
  <cp:revision>2</cp:revision>
  <dcterms:created xsi:type="dcterms:W3CDTF">2026-04-23T00:39:37Z</dcterms:created>
  <dcterms:modified xsi:type="dcterms:W3CDTF">2026-10-20T16:44:15Z</dcterms:modified>
</cp:coreProperties>
</file>